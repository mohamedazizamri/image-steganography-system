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T Chocolates Bold" charset="1" panose="02000803020000020003"/>
      <p:regular r:id="rId22"/>
    </p:embeddedFont>
    <p:embeddedFont>
      <p:font typeface="TT Chocolates" charset="1" panose="02000503020000020003"/>
      <p:regular r:id="rId23"/>
    </p:embeddedFont>
    <p:embeddedFont>
      <p:font typeface="TT Chocolates Bold Italics" charset="1" panose="02000803030000090003"/>
      <p:regular r:id="rId24"/>
    </p:embeddedFont>
    <p:embeddedFont>
      <p:font typeface="Canva Sans Bold" charset="1" panose="020B0803030501040103"/>
      <p:regular r:id="rId25"/>
    </p:embeddedFont>
    <p:embeddedFont>
      <p:font typeface="Calibri (MS) Italics" charset="1" panose="020F05020202040A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media/image34.png" Type="http://schemas.openxmlformats.org/officeDocument/2006/relationships/image"/><Relationship Id="rId15" Target="../media/image35.svg" Type="http://schemas.openxmlformats.org/officeDocument/2006/relationships/image"/><Relationship Id="rId16" Target="../media/image36.png" Type="http://schemas.openxmlformats.org/officeDocument/2006/relationships/image"/><Relationship Id="rId17" Target="../media/image37.svg" Type="http://schemas.openxmlformats.org/officeDocument/2006/relationships/image"/><Relationship Id="rId18" Target="../media/image38.png" Type="http://schemas.openxmlformats.org/officeDocument/2006/relationships/image"/><Relationship Id="rId19" Target="../media/image3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0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44.png" Type="http://schemas.openxmlformats.org/officeDocument/2006/relationships/image"/><Relationship Id="rId13" Target="../media/image45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jpe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D1B">
                <a:alpha val="100000"/>
              </a:srgbClr>
            </a:gs>
            <a:gs pos="100000">
              <a:srgbClr val="041E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7900" y="6498590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70709" y="1494744"/>
            <a:ext cx="7903863" cy="7903863"/>
          </a:xfrm>
          <a:custGeom>
            <a:avLst/>
            <a:gdLst/>
            <a:ahLst/>
            <a:cxnLst/>
            <a:rect r="r" b="b" t="t" l="l"/>
            <a:pathLst>
              <a:path h="7903863" w="7903863">
                <a:moveTo>
                  <a:pt x="0" y="0"/>
                </a:moveTo>
                <a:lnTo>
                  <a:pt x="7903863" y="0"/>
                </a:lnTo>
                <a:lnTo>
                  <a:pt x="7903863" y="7903863"/>
                </a:lnTo>
                <a:lnTo>
                  <a:pt x="0" y="7903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93205" y="2263407"/>
            <a:ext cx="4224594" cy="6331135"/>
          </a:xfrm>
          <a:custGeom>
            <a:avLst/>
            <a:gdLst/>
            <a:ahLst/>
            <a:cxnLst/>
            <a:rect r="r" b="b" t="t" l="l"/>
            <a:pathLst>
              <a:path h="6331135" w="4224594">
                <a:moveTo>
                  <a:pt x="0" y="0"/>
                </a:moveTo>
                <a:lnTo>
                  <a:pt x="4224594" y="0"/>
                </a:lnTo>
                <a:lnTo>
                  <a:pt x="4224594" y="6331136"/>
                </a:lnTo>
                <a:lnTo>
                  <a:pt x="0" y="633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46431" y="-2571032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609495"/>
            <a:ext cx="16804816" cy="838409"/>
            <a:chOff x="0" y="0"/>
            <a:chExt cx="814575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406400"/>
            </a:xfrm>
            <a:custGeom>
              <a:avLst/>
              <a:gdLst/>
              <a:ahLst/>
              <a:cxnLst/>
              <a:rect r="r" b="b" t="t" l="l"/>
              <a:pathLst>
                <a:path h="406400" w="8145755">
                  <a:moveTo>
                    <a:pt x="7942555" y="0"/>
                  </a:moveTo>
                  <a:cubicBezTo>
                    <a:pt x="8054779" y="0"/>
                    <a:pt x="8145755" y="90976"/>
                    <a:pt x="8145755" y="203200"/>
                  </a:cubicBezTo>
                  <a:cubicBezTo>
                    <a:pt x="8145755" y="315424"/>
                    <a:pt x="8054779" y="406400"/>
                    <a:pt x="7942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836868"/>
            <a:ext cx="465215" cy="383663"/>
          </a:xfrm>
          <a:custGeom>
            <a:avLst/>
            <a:gdLst/>
            <a:ahLst/>
            <a:cxnLst/>
            <a:rect r="r" b="b" t="t" l="l"/>
            <a:pathLst>
              <a:path h="383663" w="465215">
                <a:moveTo>
                  <a:pt x="0" y="0"/>
                </a:moveTo>
                <a:lnTo>
                  <a:pt x="465215" y="0"/>
                </a:lnTo>
                <a:lnTo>
                  <a:pt x="465215" y="383664"/>
                </a:lnTo>
                <a:lnTo>
                  <a:pt x="0" y="3836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2230335" y="6524125"/>
            <a:ext cx="8249506" cy="0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-1028662" y="1725350"/>
            <a:ext cx="2057324" cy="20573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59300" y="7565881"/>
            <a:ext cx="2057324" cy="20573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922641" y="4522667"/>
            <a:ext cx="1178111" cy="1848017"/>
          </a:xfrm>
          <a:custGeom>
            <a:avLst/>
            <a:gdLst/>
            <a:ahLst/>
            <a:cxnLst/>
            <a:rect r="r" b="b" t="t" l="l"/>
            <a:pathLst>
              <a:path h="1848017" w="1178111">
                <a:moveTo>
                  <a:pt x="0" y="0"/>
                </a:moveTo>
                <a:lnTo>
                  <a:pt x="1178111" y="0"/>
                </a:lnTo>
                <a:lnTo>
                  <a:pt x="1178111" y="1848017"/>
                </a:lnTo>
                <a:lnTo>
                  <a:pt x="0" y="18480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65241" y="2261849"/>
            <a:ext cx="7191678" cy="26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7"/>
              </a:lnSpc>
            </a:pPr>
            <a:r>
              <a:rPr lang="en-US" b="true" sz="8262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Image Steganography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13994" y="7349324"/>
            <a:ext cx="7665846" cy="1617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0"/>
              </a:lnSpc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Prepared by:</a:t>
            </a:r>
            <a:r>
              <a:rPr lang="en-US" sz="3000" b="true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</a:t>
            </a:r>
          </a:p>
          <a:p>
            <a:pPr algn="l">
              <a:lnSpc>
                <a:spcPts val="2490"/>
              </a:lnSpc>
            </a:pPr>
          </a:p>
          <a:p>
            <a:pPr algn="l">
              <a:lnSpc>
                <a:spcPts val="2490"/>
              </a:lnSpc>
            </a:pPr>
            <a:r>
              <a:rPr lang="en-US" sz="3000" b="true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Mohamed Aziz Amri</a:t>
            </a:r>
          </a:p>
          <a:p>
            <a:pPr algn="l">
              <a:lnSpc>
                <a:spcPts val="2490"/>
              </a:lnSpc>
            </a:pPr>
            <a:r>
              <a:rPr lang="en-US" sz="3000" b="true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Mohamed Dhia Ben Kilani</a:t>
            </a:r>
          </a:p>
          <a:p>
            <a:pPr algn="l" marL="0" indent="0" lvl="0">
              <a:lnSpc>
                <a:spcPts val="2490"/>
              </a:lnSpc>
            </a:pPr>
            <a:r>
              <a:rPr lang="en-US" b="true" sz="30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Elaa Chaaleb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55942" y="934085"/>
            <a:ext cx="2847277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60"/>
              </a:lnSpc>
            </a:pPr>
            <a:r>
              <a:rPr lang="en-US" b="true" sz="2000">
                <a:solidFill>
                  <a:srgbClr val="CB43D6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DATE: 08 MAY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5241" y="967719"/>
            <a:ext cx="5160831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0"/>
              </a:lnSpc>
            </a:pPr>
            <a:r>
              <a:rPr lang="en-US" b="true" sz="2000" spc="-4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INFORMATION ASSURANCE AND SECURITY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00441" y="5350327"/>
            <a:ext cx="9051262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b="true" sz="2799" i="true">
                <a:solidFill>
                  <a:srgbClr val="FFFBF7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Concealing </a:t>
            </a:r>
            <a:r>
              <a:rPr lang="en-US" b="true" sz="2799" i="true">
                <a:solidFill>
                  <a:srgbClr val="FFFBF7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encrypted messages inside images using LSB &amp; AES-256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8766" y="-262311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36007" y="2864624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8209" y="-2864618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8" y="0"/>
                </a:lnTo>
                <a:lnTo>
                  <a:pt x="5973818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8766" y="5394595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609495"/>
            <a:ext cx="16804816" cy="838409"/>
            <a:chOff x="0" y="0"/>
            <a:chExt cx="814575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406400"/>
            </a:xfrm>
            <a:custGeom>
              <a:avLst/>
              <a:gdLst/>
              <a:ahLst/>
              <a:cxnLst/>
              <a:rect r="r" b="b" t="t" l="l"/>
              <a:pathLst>
                <a:path h="406400" w="8145755">
                  <a:moveTo>
                    <a:pt x="7942555" y="0"/>
                  </a:moveTo>
                  <a:cubicBezTo>
                    <a:pt x="8054779" y="0"/>
                    <a:pt x="8145755" y="90976"/>
                    <a:pt x="8145755" y="203200"/>
                  </a:cubicBezTo>
                  <a:cubicBezTo>
                    <a:pt x="8145755" y="315424"/>
                    <a:pt x="8054779" y="406400"/>
                    <a:pt x="7942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87248" y="2636110"/>
            <a:ext cx="8912555" cy="1009104"/>
            <a:chOff x="0" y="0"/>
            <a:chExt cx="2347340" cy="265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47340" cy="265772"/>
            </a:xfrm>
            <a:custGeom>
              <a:avLst/>
              <a:gdLst/>
              <a:ahLst/>
              <a:cxnLst/>
              <a:rect r="r" b="b" t="t" l="l"/>
              <a:pathLst>
                <a:path h="265772" w="2347340">
                  <a:moveTo>
                    <a:pt x="21716" y="0"/>
                  </a:moveTo>
                  <a:lnTo>
                    <a:pt x="2325623" y="0"/>
                  </a:lnTo>
                  <a:cubicBezTo>
                    <a:pt x="2331383" y="0"/>
                    <a:pt x="2336907" y="2288"/>
                    <a:pt x="2340979" y="6361"/>
                  </a:cubicBezTo>
                  <a:cubicBezTo>
                    <a:pt x="2345052" y="10433"/>
                    <a:pt x="2347340" y="15957"/>
                    <a:pt x="2347340" y="21716"/>
                  </a:cubicBezTo>
                  <a:lnTo>
                    <a:pt x="2347340" y="244056"/>
                  </a:lnTo>
                  <a:cubicBezTo>
                    <a:pt x="2347340" y="249815"/>
                    <a:pt x="2345052" y="255339"/>
                    <a:pt x="2340979" y="259412"/>
                  </a:cubicBezTo>
                  <a:cubicBezTo>
                    <a:pt x="2336907" y="263484"/>
                    <a:pt x="2331383" y="265772"/>
                    <a:pt x="2325623" y="265772"/>
                  </a:cubicBezTo>
                  <a:lnTo>
                    <a:pt x="21716" y="265772"/>
                  </a:lnTo>
                  <a:cubicBezTo>
                    <a:pt x="9723" y="265772"/>
                    <a:pt x="0" y="256050"/>
                    <a:pt x="0" y="244056"/>
                  </a:cubicBezTo>
                  <a:lnTo>
                    <a:pt x="0" y="21716"/>
                  </a:lnTo>
                  <a:cubicBezTo>
                    <a:pt x="0" y="15957"/>
                    <a:pt x="2288" y="10433"/>
                    <a:pt x="6361" y="6361"/>
                  </a:cubicBezTo>
                  <a:cubicBezTo>
                    <a:pt x="10433" y="2288"/>
                    <a:pt x="15957" y="0"/>
                    <a:pt x="21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2347340" cy="208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18564" y="819045"/>
            <a:ext cx="13760202" cy="72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46"/>
              </a:lnSpc>
            </a:pPr>
            <a:r>
              <a:rPr lang="en-US" b="true" sz="620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will be covering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1003395" y="7759569"/>
            <a:ext cx="1570279" cy="157027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780536" y="2636110"/>
            <a:ext cx="1570279" cy="157027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310863" y="2904125"/>
            <a:ext cx="5865326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9"/>
              </a:lnSpc>
            </a:pPr>
            <a:r>
              <a:rPr lang="en-US" b="true" sz="34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is steganography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787248" y="3925802"/>
            <a:ext cx="8912555" cy="1009104"/>
            <a:chOff x="0" y="0"/>
            <a:chExt cx="2347340" cy="2657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47340" cy="265772"/>
            </a:xfrm>
            <a:custGeom>
              <a:avLst/>
              <a:gdLst/>
              <a:ahLst/>
              <a:cxnLst/>
              <a:rect r="r" b="b" t="t" l="l"/>
              <a:pathLst>
                <a:path h="265772" w="2347340">
                  <a:moveTo>
                    <a:pt x="21716" y="0"/>
                  </a:moveTo>
                  <a:lnTo>
                    <a:pt x="2325623" y="0"/>
                  </a:lnTo>
                  <a:cubicBezTo>
                    <a:pt x="2331383" y="0"/>
                    <a:pt x="2336907" y="2288"/>
                    <a:pt x="2340979" y="6361"/>
                  </a:cubicBezTo>
                  <a:cubicBezTo>
                    <a:pt x="2345052" y="10433"/>
                    <a:pt x="2347340" y="15957"/>
                    <a:pt x="2347340" y="21716"/>
                  </a:cubicBezTo>
                  <a:lnTo>
                    <a:pt x="2347340" y="244056"/>
                  </a:lnTo>
                  <a:cubicBezTo>
                    <a:pt x="2347340" y="249815"/>
                    <a:pt x="2345052" y="255339"/>
                    <a:pt x="2340979" y="259412"/>
                  </a:cubicBezTo>
                  <a:cubicBezTo>
                    <a:pt x="2336907" y="263484"/>
                    <a:pt x="2331383" y="265772"/>
                    <a:pt x="2325623" y="265772"/>
                  </a:cubicBezTo>
                  <a:lnTo>
                    <a:pt x="21716" y="265772"/>
                  </a:lnTo>
                  <a:cubicBezTo>
                    <a:pt x="9723" y="265772"/>
                    <a:pt x="0" y="256050"/>
                    <a:pt x="0" y="244056"/>
                  </a:cubicBezTo>
                  <a:lnTo>
                    <a:pt x="0" y="21716"/>
                  </a:lnTo>
                  <a:cubicBezTo>
                    <a:pt x="0" y="15957"/>
                    <a:pt x="2288" y="10433"/>
                    <a:pt x="6361" y="6361"/>
                  </a:cubicBezTo>
                  <a:cubicBezTo>
                    <a:pt x="10433" y="2288"/>
                    <a:pt x="15957" y="0"/>
                    <a:pt x="21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57150"/>
              <a:ext cx="2347340" cy="208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332954" y="4188139"/>
            <a:ext cx="7821144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9"/>
              </a:lnSpc>
            </a:pPr>
            <a:r>
              <a:rPr lang="en-US" b="true" sz="34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Least Significant Bits (LSB) technique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787248" y="5211131"/>
            <a:ext cx="8912555" cy="1009104"/>
            <a:chOff x="0" y="0"/>
            <a:chExt cx="2347340" cy="2657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47340" cy="265772"/>
            </a:xfrm>
            <a:custGeom>
              <a:avLst/>
              <a:gdLst/>
              <a:ahLst/>
              <a:cxnLst/>
              <a:rect r="r" b="b" t="t" l="l"/>
              <a:pathLst>
                <a:path h="265772" w="2347340">
                  <a:moveTo>
                    <a:pt x="21716" y="0"/>
                  </a:moveTo>
                  <a:lnTo>
                    <a:pt x="2325623" y="0"/>
                  </a:lnTo>
                  <a:cubicBezTo>
                    <a:pt x="2331383" y="0"/>
                    <a:pt x="2336907" y="2288"/>
                    <a:pt x="2340979" y="6361"/>
                  </a:cubicBezTo>
                  <a:cubicBezTo>
                    <a:pt x="2345052" y="10433"/>
                    <a:pt x="2347340" y="15957"/>
                    <a:pt x="2347340" y="21716"/>
                  </a:cubicBezTo>
                  <a:lnTo>
                    <a:pt x="2347340" y="244056"/>
                  </a:lnTo>
                  <a:cubicBezTo>
                    <a:pt x="2347340" y="249815"/>
                    <a:pt x="2345052" y="255339"/>
                    <a:pt x="2340979" y="259412"/>
                  </a:cubicBezTo>
                  <a:cubicBezTo>
                    <a:pt x="2336907" y="263484"/>
                    <a:pt x="2331383" y="265772"/>
                    <a:pt x="2325623" y="265772"/>
                  </a:cubicBezTo>
                  <a:lnTo>
                    <a:pt x="21716" y="265772"/>
                  </a:lnTo>
                  <a:cubicBezTo>
                    <a:pt x="9723" y="265772"/>
                    <a:pt x="0" y="256050"/>
                    <a:pt x="0" y="244056"/>
                  </a:cubicBezTo>
                  <a:lnTo>
                    <a:pt x="0" y="21716"/>
                  </a:lnTo>
                  <a:cubicBezTo>
                    <a:pt x="0" y="15957"/>
                    <a:pt x="2288" y="10433"/>
                    <a:pt x="6361" y="6361"/>
                  </a:cubicBezTo>
                  <a:cubicBezTo>
                    <a:pt x="10433" y="2288"/>
                    <a:pt x="15957" y="0"/>
                    <a:pt x="21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57150"/>
              <a:ext cx="2347340" cy="208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32954" y="5473468"/>
            <a:ext cx="7821144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9"/>
              </a:lnSpc>
            </a:pPr>
            <a:r>
              <a:rPr lang="en-US" b="true" sz="34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System Architecture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787248" y="6706010"/>
            <a:ext cx="8912555" cy="1009104"/>
            <a:chOff x="0" y="0"/>
            <a:chExt cx="2347340" cy="2657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47340" cy="265772"/>
            </a:xfrm>
            <a:custGeom>
              <a:avLst/>
              <a:gdLst/>
              <a:ahLst/>
              <a:cxnLst/>
              <a:rect r="r" b="b" t="t" l="l"/>
              <a:pathLst>
                <a:path h="265772" w="2347340">
                  <a:moveTo>
                    <a:pt x="21716" y="0"/>
                  </a:moveTo>
                  <a:lnTo>
                    <a:pt x="2325623" y="0"/>
                  </a:lnTo>
                  <a:cubicBezTo>
                    <a:pt x="2331383" y="0"/>
                    <a:pt x="2336907" y="2288"/>
                    <a:pt x="2340979" y="6361"/>
                  </a:cubicBezTo>
                  <a:cubicBezTo>
                    <a:pt x="2345052" y="10433"/>
                    <a:pt x="2347340" y="15957"/>
                    <a:pt x="2347340" y="21716"/>
                  </a:cubicBezTo>
                  <a:lnTo>
                    <a:pt x="2347340" y="244056"/>
                  </a:lnTo>
                  <a:cubicBezTo>
                    <a:pt x="2347340" y="249815"/>
                    <a:pt x="2345052" y="255339"/>
                    <a:pt x="2340979" y="259412"/>
                  </a:cubicBezTo>
                  <a:cubicBezTo>
                    <a:pt x="2336907" y="263484"/>
                    <a:pt x="2331383" y="265772"/>
                    <a:pt x="2325623" y="265772"/>
                  </a:cubicBezTo>
                  <a:lnTo>
                    <a:pt x="21716" y="265772"/>
                  </a:lnTo>
                  <a:cubicBezTo>
                    <a:pt x="9723" y="265772"/>
                    <a:pt x="0" y="256050"/>
                    <a:pt x="0" y="244056"/>
                  </a:cubicBezTo>
                  <a:lnTo>
                    <a:pt x="0" y="21716"/>
                  </a:lnTo>
                  <a:cubicBezTo>
                    <a:pt x="0" y="15957"/>
                    <a:pt x="2288" y="10433"/>
                    <a:pt x="6361" y="6361"/>
                  </a:cubicBezTo>
                  <a:cubicBezTo>
                    <a:pt x="10433" y="2288"/>
                    <a:pt x="15957" y="0"/>
                    <a:pt x="21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2347340" cy="208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332954" y="6968347"/>
            <a:ext cx="7821144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9"/>
              </a:lnSpc>
            </a:pPr>
            <a:r>
              <a:rPr lang="en-US" b="true" sz="34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Security Layer (AES-256)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3787248" y="7991339"/>
            <a:ext cx="8912555" cy="1009104"/>
            <a:chOff x="0" y="0"/>
            <a:chExt cx="2347340" cy="2657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47340" cy="265772"/>
            </a:xfrm>
            <a:custGeom>
              <a:avLst/>
              <a:gdLst/>
              <a:ahLst/>
              <a:cxnLst/>
              <a:rect r="r" b="b" t="t" l="l"/>
              <a:pathLst>
                <a:path h="265772" w="2347340">
                  <a:moveTo>
                    <a:pt x="21716" y="0"/>
                  </a:moveTo>
                  <a:lnTo>
                    <a:pt x="2325623" y="0"/>
                  </a:lnTo>
                  <a:cubicBezTo>
                    <a:pt x="2331383" y="0"/>
                    <a:pt x="2336907" y="2288"/>
                    <a:pt x="2340979" y="6361"/>
                  </a:cubicBezTo>
                  <a:cubicBezTo>
                    <a:pt x="2345052" y="10433"/>
                    <a:pt x="2347340" y="15957"/>
                    <a:pt x="2347340" y="21716"/>
                  </a:cubicBezTo>
                  <a:lnTo>
                    <a:pt x="2347340" y="244056"/>
                  </a:lnTo>
                  <a:cubicBezTo>
                    <a:pt x="2347340" y="249815"/>
                    <a:pt x="2345052" y="255339"/>
                    <a:pt x="2340979" y="259412"/>
                  </a:cubicBezTo>
                  <a:cubicBezTo>
                    <a:pt x="2336907" y="263484"/>
                    <a:pt x="2331383" y="265772"/>
                    <a:pt x="2325623" y="265772"/>
                  </a:cubicBezTo>
                  <a:lnTo>
                    <a:pt x="21716" y="265772"/>
                  </a:lnTo>
                  <a:cubicBezTo>
                    <a:pt x="9723" y="265772"/>
                    <a:pt x="0" y="256050"/>
                    <a:pt x="0" y="244056"/>
                  </a:cubicBezTo>
                  <a:lnTo>
                    <a:pt x="0" y="21716"/>
                  </a:lnTo>
                  <a:cubicBezTo>
                    <a:pt x="0" y="15957"/>
                    <a:pt x="2288" y="10433"/>
                    <a:pt x="6361" y="6361"/>
                  </a:cubicBezTo>
                  <a:cubicBezTo>
                    <a:pt x="10433" y="2288"/>
                    <a:pt x="15957" y="0"/>
                    <a:pt x="21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57150"/>
              <a:ext cx="2347340" cy="208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332954" y="8253676"/>
            <a:ext cx="7821144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9"/>
              </a:lnSpc>
            </a:pPr>
            <a:r>
              <a:rPr lang="en-US" b="true" sz="34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Results &amp; Limitations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D1B">
                <a:alpha val="100000"/>
              </a:srgbClr>
            </a:gs>
            <a:gs pos="100000">
              <a:srgbClr val="041E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51493" y="5719318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51419" y="-214428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32250" y="705799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46431" y="-2571032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54659" y="418399"/>
            <a:ext cx="12809596" cy="1220603"/>
            <a:chOff x="0" y="0"/>
            <a:chExt cx="6209162" cy="591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09162" cy="591660"/>
            </a:xfrm>
            <a:custGeom>
              <a:avLst/>
              <a:gdLst/>
              <a:ahLst/>
              <a:cxnLst/>
              <a:rect r="r" b="b" t="t" l="l"/>
              <a:pathLst>
                <a:path h="591660" w="6209162">
                  <a:moveTo>
                    <a:pt x="6005962" y="0"/>
                  </a:moveTo>
                  <a:cubicBezTo>
                    <a:pt x="6118187" y="0"/>
                    <a:pt x="6209162" y="132448"/>
                    <a:pt x="6209162" y="295830"/>
                  </a:cubicBezTo>
                  <a:cubicBezTo>
                    <a:pt x="6209162" y="459212"/>
                    <a:pt x="6118187" y="591660"/>
                    <a:pt x="6005962" y="591660"/>
                  </a:cubicBezTo>
                  <a:lnTo>
                    <a:pt x="203200" y="591660"/>
                  </a:lnTo>
                  <a:cubicBezTo>
                    <a:pt x="90976" y="591660"/>
                    <a:pt x="0" y="459212"/>
                    <a:pt x="0" y="295830"/>
                  </a:cubicBezTo>
                  <a:cubicBezTo>
                    <a:pt x="0" y="13244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6209162" cy="534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22795" y="1905695"/>
            <a:ext cx="13219708" cy="1499527"/>
            <a:chOff x="0" y="0"/>
            <a:chExt cx="3481734" cy="3949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81734" cy="394937"/>
            </a:xfrm>
            <a:custGeom>
              <a:avLst/>
              <a:gdLst/>
              <a:ahLst/>
              <a:cxnLst/>
              <a:rect r="r" b="b" t="t" l="l"/>
              <a:pathLst>
                <a:path h="394937" w="3481734">
                  <a:moveTo>
                    <a:pt x="14641" y="0"/>
                  </a:moveTo>
                  <a:lnTo>
                    <a:pt x="3467093" y="0"/>
                  </a:lnTo>
                  <a:cubicBezTo>
                    <a:pt x="3470976" y="0"/>
                    <a:pt x="3474700" y="1543"/>
                    <a:pt x="3477445" y="4288"/>
                  </a:cubicBezTo>
                  <a:cubicBezTo>
                    <a:pt x="3480191" y="7034"/>
                    <a:pt x="3481734" y="10758"/>
                    <a:pt x="3481734" y="14641"/>
                  </a:cubicBezTo>
                  <a:lnTo>
                    <a:pt x="3481734" y="380296"/>
                  </a:lnTo>
                  <a:cubicBezTo>
                    <a:pt x="3481734" y="388382"/>
                    <a:pt x="3475179" y="394937"/>
                    <a:pt x="3467093" y="394937"/>
                  </a:cubicBezTo>
                  <a:lnTo>
                    <a:pt x="14641" y="394937"/>
                  </a:lnTo>
                  <a:cubicBezTo>
                    <a:pt x="10758" y="394937"/>
                    <a:pt x="7034" y="393395"/>
                    <a:pt x="4288" y="390649"/>
                  </a:cubicBezTo>
                  <a:cubicBezTo>
                    <a:pt x="1543" y="387903"/>
                    <a:pt x="0" y="384179"/>
                    <a:pt x="0" y="380296"/>
                  </a:cubicBezTo>
                  <a:lnTo>
                    <a:pt x="0" y="14641"/>
                  </a:lnTo>
                  <a:cubicBezTo>
                    <a:pt x="0" y="10758"/>
                    <a:pt x="1543" y="7034"/>
                    <a:pt x="4288" y="4288"/>
                  </a:cubicBezTo>
                  <a:cubicBezTo>
                    <a:pt x="7034" y="1543"/>
                    <a:pt x="10758" y="0"/>
                    <a:pt x="146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3481734" cy="337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737340"/>
            <a:ext cx="15757514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0"/>
              </a:lnSpc>
            </a:pPr>
            <a:r>
              <a:rPr lang="en-US" b="true" sz="600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Problem Statement and Motivation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5634" y="2171728"/>
            <a:ext cx="1157903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0"/>
              </a:lnSpc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Encrypted messages are visible and draw attention — sometimes the act of encryption itself is suspicious enough to get someone caught.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502860" y="1447905"/>
            <a:ext cx="1570279" cy="157027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8300" y="5454454"/>
            <a:ext cx="13428698" cy="4485607"/>
            <a:chOff x="0" y="0"/>
            <a:chExt cx="3536776" cy="11813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36776" cy="1181395"/>
            </a:xfrm>
            <a:custGeom>
              <a:avLst/>
              <a:gdLst/>
              <a:ahLst/>
              <a:cxnLst/>
              <a:rect r="r" b="b" t="t" l="l"/>
              <a:pathLst>
                <a:path h="1181395" w="3536776">
                  <a:moveTo>
                    <a:pt x="14413" y="0"/>
                  </a:moveTo>
                  <a:lnTo>
                    <a:pt x="3522363" y="0"/>
                  </a:lnTo>
                  <a:cubicBezTo>
                    <a:pt x="3526186" y="0"/>
                    <a:pt x="3529852" y="1519"/>
                    <a:pt x="3532555" y="4221"/>
                  </a:cubicBezTo>
                  <a:cubicBezTo>
                    <a:pt x="3535258" y="6924"/>
                    <a:pt x="3536776" y="10590"/>
                    <a:pt x="3536776" y="14413"/>
                  </a:cubicBezTo>
                  <a:lnTo>
                    <a:pt x="3536776" y="1166982"/>
                  </a:lnTo>
                  <a:cubicBezTo>
                    <a:pt x="3536776" y="1170804"/>
                    <a:pt x="3535258" y="1174470"/>
                    <a:pt x="3532555" y="1177173"/>
                  </a:cubicBezTo>
                  <a:cubicBezTo>
                    <a:pt x="3529852" y="1179876"/>
                    <a:pt x="3526186" y="1181395"/>
                    <a:pt x="3522363" y="1181395"/>
                  </a:cubicBezTo>
                  <a:lnTo>
                    <a:pt x="14413" y="1181395"/>
                  </a:lnTo>
                  <a:cubicBezTo>
                    <a:pt x="10590" y="1181395"/>
                    <a:pt x="6924" y="1179876"/>
                    <a:pt x="4221" y="1177173"/>
                  </a:cubicBezTo>
                  <a:cubicBezTo>
                    <a:pt x="1519" y="1174470"/>
                    <a:pt x="0" y="1170804"/>
                    <a:pt x="0" y="1166982"/>
                  </a:cubicBezTo>
                  <a:lnTo>
                    <a:pt x="0" y="14413"/>
                  </a:lnTo>
                  <a:cubicBezTo>
                    <a:pt x="0" y="10590"/>
                    <a:pt x="1519" y="6924"/>
                    <a:pt x="4221" y="4221"/>
                  </a:cubicBezTo>
                  <a:cubicBezTo>
                    <a:pt x="6924" y="1519"/>
                    <a:pt x="10590" y="0"/>
                    <a:pt x="1441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3536776" cy="1124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471139" y="5782733"/>
            <a:ext cx="11579033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Real-world uses of steganographic images’ security:</a:t>
            </a:r>
          </a:p>
          <a:p>
            <a:pPr algn="l">
              <a:lnSpc>
                <a:spcPts val="3300"/>
              </a:lnSpc>
            </a:pP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 journalist in a censored country needs to send a source document without triggering keyword filters</a:t>
            </a:r>
          </a:p>
          <a:p>
            <a:pPr algn="l">
              <a:lnSpc>
                <a:spcPts val="3300"/>
              </a:lnSpc>
            </a:pP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 company needs to watermark confidential images to trace leaks</a:t>
            </a:r>
          </a:p>
          <a:p>
            <a:pPr algn="l">
              <a:lnSpc>
                <a:spcPts val="3300"/>
              </a:lnSpc>
            </a:pPr>
          </a:p>
          <a:p>
            <a:pPr algn="l" marL="647700" indent="-323850" lvl="1">
              <a:lnSpc>
                <a:spcPts val="3300"/>
              </a:lnSpc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 cybersecurity researcher needs to test whether their network monitoring tools can detect covert channels</a:t>
            </a:r>
          </a:p>
          <a:p>
            <a:pPr algn="l" marL="0" indent="0" lvl="0">
              <a:lnSpc>
                <a:spcPts val="3300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2732777" y="6666525"/>
            <a:ext cx="279009" cy="27900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32777" y="7895250"/>
            <a:ext cx="279009" cy="27900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18300" y="3680075"/>
            <a:ext cx="13219708" cy="1499527"/>
            <a:chOff x="0" y="0"/>
            <a:chExt cx="3481734" cy="3949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81734" cy="394937"/>
            </a:xfrm>
            <a:custGeom>
              <a:avLst/>
              <a:gdLst/>
              <a:ahLst/>
              <a:cxnLst/>
              <a:rect r="r" b="b" t="t" l="l"/>
              <a:pathLst>
                <a:path h="394937" w="3481734">
                  <a:moveTo>
                    <a:pt x="14641" y="0"/>
                  </a:moveTo>
                  <a:lnTo>
                    <a:pt x="3467093" y="0"/>
                  </a:lnTo>
                  <a:cubicBezTo>
                    <a:pt x="3470976" y="0"/>
                    <a:pt x="3474700" y="1543"/>
                    <a:pt x="3477445" y="4288"/>
                  </a:cubicBezTo>
                  <a:cubicBezTo>
                    <a:pt x="3480191" y="7034"/>
                    <a:pt x="3481734" y="10758"/>
                    <a:pt x="3481734" y="14641"/>
                  </a:cubicBezTo>
                  <a:lnTo>
                    <a:pt x="3481734" y="380296"/>
                  </a:lnTo>
                  <a:cubicBezTo>
                    <a:pt x="3481734" y="388382"/>
                    <a:pt x="3475179" y="394937"/>
                    <a:pt x="3467093" y="394937"/>
                  </a:cubicBezTo>
                  <a:lnTo>
                    <a:pt x="14641" y="394937"/>
                  </a:lnTo>
                  <a:cubicBezTo>
                    <a:pt x="10758" y="394937"/>
                    <a:pt x="7034" y="393395"/>
                    <a:pt x="4288" y="390649"/>
                  </a:cubicBezTo>
                  <a:cubicBezTo>
                    <a:pt x="1543" y="387903"/>
                    <a:pt x="0" y="384179"/>
                    <a:pt x="0" y="380296"/>
                  </a:cubicBezTo>
                  <a:lnTo>
                    <a:pt x="0" y="14641"/>
                  </a:lnTo>
                  <a:cubicBezTo>
                    <a:pt x="0" y="10758"/>
                    <a:pt x="1543" y="7034"/>
                    <a:pt x="4288" y="4288"/>
                  </a:cubicBezTo>
                  <a:cubicBezTo>
                    <a:pt x="7034" y="1543"/>
                    <a:pt x="10758" y="0"/>
                    <a:pt x="146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57150"/>
              <a:ext cx="3481734" cy="337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471139" y="3826510"/>
            <a:ext cx="11579033" cy="131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3399" b="true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Goal </a:t>
            </a:r>
          </a:p>
          <a:p>
            <a:pPr algn="l" marL="0" indent="0" lvl="0">
              <a:lnSpc>
                <a:spcPts val="3300"/>
              </a:lnSpc>
            </a:pPr>
            <a:r>
              <a:rPr lang="en-US" sz="3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Build a desktop tool that hides AES-encrypted text inside PNG images, invisible to the naked eye and to casual inspection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732777" y="8812426"/>
            <a:ext cx="279009" cy="27900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58209" y="-2864618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8" y="0"/>
                </a:lnTo>
                <a:lnTo>
                  <a:pt x="5973818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92164" y="567384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56876" y="-297195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1592" y="460053"/>
            <a:ext cx="13838305" cy="1062356"/>
            <a:chOff x="0" y="0"/>
            <a:chExt cx="6707806" cy="514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07806" cy="514953"/>
            </a:xfrm>
            <a:custGeom>
              <a:avLst/>
              <a:gdLst/>
              <a:ahLst/>
              <a:cxnLst/>
              <a:rect r="r" b="b" t="t" l="l"/>
              <a:pathLst>
                <a:path h="514953" w="6707806">
                  <a:moveTo>
                    <a:pt x="6504606" y="0"/>
                  </a:moveTo>
                  <a:cubicBezTo>
                    <a:pt x="6616830" y="0"/>
                    <a:pt x="6707806" y="115276"/>
                    <a:pt x="6707806" y="257476"/>
                  </a:cubicBezTo>
                  <a:cubicBezTo>
                    <a:pt x="6707806" y="399677"/>
                    <a:pt x="6616830" y="514953"/>
                    <a:pt x="6504606" y="514953"/>
                  </a:cubicBezTo>
                  <a:lnTo>
                    <a:pt x="203200" y="514953"/>
                  </a:lnTo>
                  <a:cubicBezTo>
                    <a:pt x="90976" y="514953"/>
                    <a:pt x="0" y="399677"/>
                    <a:pt x="0" y="257476"/>
                  </a:cubicBezTo>
                  <a:cubicBezTo>
                    <a:pt x="0" y="1152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6707806" cy="457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774594" y="674500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5" y="0"/>
                </a:lnTo>
                <a:lnTo>
                  <a:pt x="6465225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2187366"/>
            <a:ext cx="12774103" cy="1246207"/>
            <a:chOff x="0" y="0"/>
            <a:chExt cx="3364373" cy="3282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64373" cy="328219"/>
            </a:xfrm>
            <a:custGeom>
              <a:avLst/>
              <a:gdLst/>
              <a:ahLst/>
              <a:cxnLst/>
              <a:rect r="r" b="b" t="t" l="l"/>
              <a:pathLst>
                <a:path h="328219" w="3364373">
                  <a:moveTo>
                    <a:pt x="15152" y="0"/>
                  </a:moveTo>
                  <a:lnTo>
                    <a:pt x="3349222" y="0"/>
                  </a:lnTo>
                  <a:cubicBezTo>
                    <a:pt x="3353240" y="0"/>
                    <a:pt x="3357094" y="1596"/>
                    <a:pt x="3359935" y="4438"/>
                  </a:cubicBezTo>
                  <a:cubicBezTo>
                    <a:pt x="3362777" y="7279"/>
                    <a:pt x="3364373" y="11133"/>
                    <a:pt x="3364373" y="15152"/>
                  </a:cubicBezTo>
                  <a:lnTo>
                    <a:pt x="3364373" y="313068"/>
                  </a:lnTo>
                  <a:cubicBezTo>
                    <a:pt x="3364373" y="317086"/>
                    <a:pt x="3362777" y="320940"/>
                    <a:pt x="3359935" y="323781"/>
                  </a:cubicBezTo>
                  <a:cubicBezTo>
                    <a:pt x="3357094" y="326623"/>
                    <a:pt x="3353240" y="328219"/>
                    <a:pt x="3349222" y="328219"/>
                  </a:cubicBezTo>
                  <a:lnTo>
                    <a:pt x="15152" y="328219"/>
                  </a:lnTo>
                  <a:cubicBezTo>
                    <a:pt x="11133" y="328219"/>
                    <a:pt x="7279" y="326623"/>
                    <a:pt x="4438" y="323781"/>
                  </a:cubicBezTo>
                  <a:cubicBezTo>
                    <a:pt x="1596" y="320940"/>
                    <a:pt x="0" y="317086"/>
                    <a:pt x="0" y="313068"/>
                  </a:cubicBezTo>
                  <a:lnTo>
                    <a:pt x="0" y="15152"/>
                  </a:lnTo>
                  <a:cubicBezTo>
                    <a:pt x="0" y="11133"/>
                    <a:pt x="1596" y="7279"/>
                    <a:pt x="4438" y="4438"/>
                  </a:cubicBezTo>
                  <a:cubicBezTo>
                    <a:pt x="7279" y="1596"/>
                    <a:pt x="11133" y="0"/>
                    <a:pt x="151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3364373" cy="271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785140" y="1721296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2032032" y="4022646"/>
          <a:ext cx="11257425" cy="4551218"/>
        </p:xfrm>
        <a:graphic>
          <a:graphicData uri="http://schemas.openxmlformats.org/drawingml/2006/table">
            <a:tbl>
              <a:tblPr/>
              <a:tblGrid>
                <a:gridCol w="3917632"/>
                <a:gridCol w="3209675"/>
                <a:gridCol w="4130118"/>
              </a:tblGrid>
              <a:tr h="11224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Cryptography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Steganography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59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BB99FF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Hides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The content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The existence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98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BB99FF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Scrambled 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Normal-looking image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29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BB99FF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Suspicion raised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6489033" y="650871"/>
            <a:ext cx="8090864" cy="94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0"/>
              </a:lnSpc>
            </a:pPr>
            <a:r>
              <a:rPr lang="en-US" b="true" sz="800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Steganography ?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25965" y="735961"/>
            <a:ext cx="3050049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0"/>
              </a:lnSpc>
            </a:pPr>
            <a:r>
              <a:rPr lang="en-US" sz="6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What 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99494" y="2400894"/>
            <a:ext cx="1100189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99"/>
              </a:lnSpc>
            </a:pPr>
            <a:r>
              <a:rPr lang="en-US" sz="299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art </a:t>
            </a:r>
            <a:r>
              <a:rPr lang="en-US" sz="299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of hiding the existence of a message inside an innocent-looking carrier file.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58209" y="-2864618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8" y="0"/>
                </a:lnTo>
                <a:lnTo>
                  <a:pt x="5973818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92164" y="567384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56876" y="-297195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8286" y="3409747"/>
            <a:ext cx="5514647" cy="4271166"/>
          </a:xfrm>
          <a:custGeom>
            <a:avLst/>
            <a:gdLst/>
            <a:ahLst/>
            <a:cxnLst/>
            <a:rect r="r" b="b" t="t" l="l"/>
            <a:pathLst>
              <a:path h="4271166" w="5514647">
                <a:moveTo>
                  <a:pt x="0" y="0"/>
                </a:moveTo>
                <a:lnTo>
                  <a:pt x="5514647" y="0"/>
                </a:lnTo>
                <a:lnTo>
                  <a:pt x="5514647" y="4271167"/>
                </a:lnTo>
                <a:lnTo>
                  <a:pt x="0" y="4271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7603" r="0" b="-4547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41116" y="3409747"/>
            <a:ext cx="5514647" cy="4271166"/>
          </a:xfrm>
          <a:custGeom>
            <a:avLst/>
            <a:gdLst/>
            <a:ahLst/>
            <a:cxnLst/>
            <a:rect r="r" b="b" t="t" l="l"/>
            <a:pathLst>
              <a:path h="4271166" w="5514647">
                <a:moveTo>
                  <a:pt x="0" y="0"/>
                </a:moveTo>
                <a:lnTo>
                  <a:pt x="5514647" y="0"/>
                </a:lnTo>
                <a:lnTo>
                  <a:pt x="5514647" y="4271167"/>
                </a:lnTo>
                <a:lnTo>
                  <a:pt x="0" y="4271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7603" r="0" b="-4547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754661" y="4715342"/>
            <a:ext cx="3204727" cy="1917010"/>
          </a:xfrm>
          <a:custGeom>
            <a:avLst/>
            <a:gdLst/>
            <a:ahLst/>
            <a:cxnLst/>
            <a:rect r="r" b="b" t="t" l="l"/>
            <a:pathLst>
              <a:path h="1917010" w="3204727">
                <a:moveTo>
                  <a:pt x="0" y="0"/>
                </a:moveTo>
                <a:lnTo>
                  <a:pt x="3204727" y="0"/>
                </a:lnTo>
                <a:lnTo>
                  <a:pt x="3204727" y="1917010"/>
                </a:lnTo>
                <a:lnTo>
                  <a:pt x="0" y="19170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00864" y="3896165"/>
            <a:ext cx="3512322" cy="366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4"/>
              </a:lnSpc>
            </a:pPr>
            <a:r>
              <a:rPr lang="en-US" sz="3499" b="true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Hidden Message</a:t>
            </a: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>
              <a:lnSpc>
                <a:spcPts val="2904"/>
              </a:lnSpc>
            </a:pPr>
          </a:p>
          <a:p>
            <a:pPr algn="ctr" marL="0" indent="0" lvl="0">
              <a:lnSpc>
                <a:spcPts val="2904"/>
              </a:lnSpc>
            </a:pPr>
            <a:r>
              <a:rPr lang="en-US" b="true" sz="34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“</a:t>
            </a:r>
            <a:r>
              <a:rPr lang="en-US" sz="349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Meet me at 9PM”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89561" y="1219200"/>
            <a:ext cx="11108879" cy="63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5"/>
              </a:lnSpc>
            </a:pPr>
            <a:r>
              <a:rPr lang="en-US" b="true" sz="550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Can you tell the difference?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59449" y="2755712"/>
            <a:ext cx="3512322" cy="4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b="true" sz="3999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Original Image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33666" y="2755712"/>
            <a:ext cx="3512322" cy="483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b="true" sz="3999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Stego Image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68301" y="-3316897"/>
            <a:ext cx="5656934" cy="5656934"/>
          </a:xfrm>
          <a:custGeom>
            <a:avLst/>
            <a:gdLst/>
            <a:ahLst/>
            <a:cxnLst/>
            <a:rect r="r" b="b" t="t" l="l"/>
            <a:pathLst>
              <a:path h="5656934" w="5656934">
                <a:moveTo>
                  <a:pt x="0" y="0"/>
                </a:moveTo>
                <a:lnTo>
                  <a:pt x="5656933" y="0"/>
                </a:lnTo>
                <a:lnTo>
                  <a:pt x="5656933" y="5656933"/>
                </a:lnTo>
                <a:lnTo>
                  <a:pt x="0" y="5656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72783" y="-183522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8975" y="568335"/>
            <a:ext cx="16804816" cy="992911"/>
            <a:chOff x="0" y="0"/>
            <a:chExt cx="8145755" cy="4812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5755" cy="481291"/>
            </a:xfrm>
            <a:custGeom>
              <a:avLst/>
              <a:gdLst/>
              <a:ahLst/>
              <a:cxnLst/>
              <a:rect r="r" b="b" t="t" l="l"/>
              <a:pathLst>
                <a:path h="481291" w="8145755">
                  <a:moveTo>
                    <a:pt x="7942555" y="0"/>
                  </a:moveTo>
                  <a:cubicBezTo>
                    <a:pt x="8054779" y="0"/>
                    <a:pt x="8145755" y="107741"/>
                    <a:pt x="8145755" y="240646"/>
                  </a:cubicBezTo>
                  <a:cubicBezTo>
                    <a:pt x="8145755" y="373551"/>
                    <a:pt x="8054779" y="481291"/>
                    <a:pt x="7942555" y="481291"/>
                  </a:cubicBezTo>
                  <a:lnTo>
                    <a:pt x="203200" y="481291"/>
                  </a:lnTo>
                  <a:cubicBezTo>
                    <a:pt x="90976" y="481291"/>
                    <a:pt x="0" y="373551"/>
                    <a:pt x="0" y="240646"/>
                  </a:cubicBezTo>
                  <a:cubicBezTo>
                    <a:pt x="0" y="1077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8145755" cy="424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214080" y="2472116"/>
            <a:ext cx="1197481" cy="11974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545" y="2472116"/>
            <a:ext cx="1197481" cy="119748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73010" y="2472116"/>
            <a:ext cx="1197481" cy="11974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F48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232474" y="5246989"/>
            <a:ext cx="479828" cy="347875"/>
          </a:xfrm>
          <a:custGeom>
            <a:avLst/>
            <a:gdLst/>
            <a:ahLst/>
            <a:cxnLst/>
            <a:rect r="r" b="b" t="t" l="l"/>
            <a:pathLst>
              <a:path h="347875" w="479828">
                <a:moveTo>
                  <a:pt x="0" y="0"/>
                </a:moveTo>
                <a:lnTo>
                  <a:pt x="479828" y="0"/>
                </a:lnTo>
                <a:lnTo>
                  <a:pt x="479828" y="347875"/>
                </a:lnTo>
                <a:lnTo>
                  <a:pt x="0" y="3478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364037" y="7747407"/>
            <a:ext cx="1197481" cy="119748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93502" y="7747407"/>
            <a:ext cx="1197481" cy="119748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48582" y="7747407"/>
            <a:ext cx="1197481" cy="119748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F48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57150"/>
              <a:ext cx="8128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562313" y="4895935"/>
            <a:ext cx="10125242" cy="42709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5400000">
            <a:off x="4752830" y="7127802"/>
            <a:ext cx="502756" cy="459184"/>
          </a:xfrm>
          <a:custGeom>
            <a:avLst/>
            <a:gdLst/>
            <a:ahLst/>
            <a:cxnLst/>
            <a:rect r="r" b="b" t="t" l="l"/>
            <a:pathLst>
              <a:path h="459184" w="502756">
                <a:moveTo>
                  <a:pt x="0" y="0"/>
                </a:moveTo>
                <a:lnTo>
                  <a:pt x="502756" y="0"/>
                </a:lnTo>
                <a:lnTo>
                  <a:pt x="502756" y="459184"/>
                </a:lnTo>
                <a:lnTo>
                  <a:pt x="0" y="459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62433" y="6118236"/>
            <a:ext cx="13749050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5"/>
              </a:lnSpc>
            </a:pPr>
            <a:r>
              <a:rPr lang="en-US" sz="305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This is how the first 3 bits (0 1 0) of "A" are  placed into the LSBs of RGB channels: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14846" y="6501183"/>
            <a:ext cx="433755" cy="523695"/>
            <a:chOff x="0" y="0"/>
            <a:chExt cx="114240" cy="1379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4240" cy="137928"/>
            </a:xfrm>
            <a:custGeom>
              <a:avLst/>
              <a:gdLst/>
              <a:ahLst/>
              <a:cxnLst/>
              <a:rect r="r" b="b" t="t" l="l"/>
              <a:pathLst>
                <a:path h="137928" w="114240">
                  <a:moveTo>
                    <a:pt x="57120" y="0"/>
                  </a:moveTo>
                  <a:lnTo>
                    <a:pt x="57120" y="0"/>
                  </a:lnTo>
                  <a:cubicBezTo>
                    <a:pt x="88667" y="0"/>
                    <a:pt x="114240" y="25574"/>
                    <a:pt x="114240" y="57120"/>
                  </a:cubicBezTo>
                  <a:lnTo>
                    <a:pt x="114240" y="80808"/>
                  </a:lnTo>
                  <a:cubicBezTo>
                    <a:pt x="114240" y="112354"/>
                    <a:pt x="88667" y="137928"/>
                    <a:pt x="57120" y="137928"/>
                  </a:cubicBezTo>
                  <a:lnTo>
                    <a:pt x="57120" y="137928"/>
                  </a:lnTo>
                  <a:cubicBezTo>
                    <a:pt x="25574" y="137928"/>
                    <a:pt x="0" y="112354"/>
                    <a:pt x="0" y="80808"/>
                  </a:cubicBezTo>
                  <a:lnTo>
                    <a:pt x="0" y="57120"/>
                  </a:lnTo>
                  <a:cubicBezTo>
                    <a:pt x="0" y="25574"/>
                    <a:pt x="25574" y="0"/>
                    <a:pt x="571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57150"/>
              <a:ext cx="114240" cy="8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366026" y="6597026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589139" y="6501183"/>
            <a:ext cx="433755" cy="523695"/>
            <a:chOff x="0" y="0"/>
            <a:chExt cx="114240" cy="1379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240" cy="137928"/>
            </a:xfrm>
            <a:custGeom>
              <a:avLst/>
              <a:gdLst/>
              <a:ahLst/>
              <a:cxnLst/>
              <a:rect r="r" b="b" t="t" l="l"/>
              <a:pathLst>
                <a:path h="137928" w="114240">
                  <a:moveTo>
                    <a:pt x="57120" y="0"/>
                  </a:moveTo>
                  <a:lnTo>
                    <a:pt x="57120" y="0"/>
                  </a:lnTo>
                  <a:cubicBezTo>
                    <a:pt x="88667" y="0"/>
                    <a:pt x="114240" y="25574"/>
                    <a:pt x="114240" y="57120"/>
                  </a:cubicBezTo>
                  <a:lnTo>
                    <a:pt x="114240" y="80808"/>
                  </a:lnTo>
                  <a:cubicBezTo>
                    <a:pt x="114240" y="112354"/>
                    <a:pt x="88667" y="137928"/>
                    <a:pt x="57120" y="137928"/>
                  </a:cubicBezTo>
                  <a:lnTo>
                    <a:pt x="57120" y="137928"/>
                  </a:lnTo>
                  <a:cubicBezTo>
                    <a:pt x="25574" y="137928"/>
                    <a:pt x="0" y="112354"/>
                    <a:pt x="0" y="80808"/>
                  </a:cubicBezTo>
                  <a:lnTo>
                    <a:pt x="0" y="57120"/>
                  </a:lnTo>
                  <a:cubicBezTo>
                    <a:pt x="0" y="25574"/>
                    <a:pt x="25574" y="0"/>
                    <a:pt x="571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57150"/>
              <a:ext cx="114240" cy="8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687676" y="6597026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5400000">
            <a:off x="8112903" y="7127802"/>
            <a:ext cx="502756" cy="459184"/>
          </a:xfrm>
          <a:custGeom>
            <a:avLst/>
            <a:gdLst/>
            <a:ahLst/>
            <a:cxnLst/>
            <a:rect r="r" b="b" t="t" l="l"/>
            <a:pathLst>
              <a:path h="459184" w="502756">
                <a:moveTo>
                  <a:pt x="0" y="0"/>
                </a:moveTo>
                <a:lnTo>
                  <a:pt x="502756" y="0"/>
                </a:lnTo>
                <a:lnTo>
                  <a:pt x="502756" y="459184"/>
                </a:lnTo>
                <a:lnTo>
                  <a:pt x="0" y="459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5400000">
            <a:off x="11541924" y="7127802"/>
            <a:ext cx="502756" cy="459184"/>
          </a:xfrm>
          <a:custGeom>
            <a:avLst/>
            <a:gdLst/>
            <a:ahLst/>
            <a:cxnLst/>
            <a:rect r="r" b="b" t="t" l="l"/>
            <a:pathLst>
              <a:path h="459184" w="502756">
                <a:moveTo>
                  <a:pt x="0" y="0"/>
                </a:moveTo>
                <a:lnTo>
                  <a:pt x="502756" y="0"/>
                </a:lnTo>
                <a:lnTo>
                  <a:pt x="502756" y="459184"/>
                </a:lnTo>
                <a:lnTo>
                  <a:pt x="0" y="459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>
            <a:off x="1562373" y="5920312"/>
            <a:ext cx="10125242" cy="42709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4855511" y="6525043"/>
            <a:ext cx="433755" cy="523695"/>
            <a:chOff x="0" y="0"/>
            <a:chExt cx="114240" cy="1379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4240" cy="137928"/>
            </a:xfrm>
            <a:custGeom>
              <a:avLst/>
              <a:gdLst/>
              <a:ahLst/>
              <a:cxnLst/>
              <a:rect r="r" b="b" t="t" l="l"/>
              <a:pathLst>
                <a:path h="137928" w="114240">
                  <a:moveTo>
                    <a:pt x="57120" y="0"/>
                  </a:moveTo>
                  <a:lnTo>
                    <a:pt x="57120" y="0"/>
                  </a:lnTo>
                  <a:cubicBezTo>
                    <a:pt x="88667" y="0"/>
                    <a:pt x="114240" y="25574"/>
                    <a:pt x="114240" y="57120"/>
                  </a:cubicBezTo>
                  <a:lnTo>
                    <a:pt x="114240" y="80808"/>
                  </a:lnTo>
                  <a:cubicBezTo>
                    <a:pt x="114240" y="112354"/>
                    <a:pt x="88667" y="137928"/>
                    <a:pt x="57120" y="137928"/>
                  </a:cubicBezTo>
                  <a:lnTo>
                    <a:pt x="57120" y="137928"/>
                  </a:lnTo>
                  <a:cubicBezTo>
                    <a:pt x="25574" y="137928"/>
                    <a:pt x="0" y="112354"/>
                    <a:pt x="0" y="80808"/>
                  </a:cubicBezTo>
                  <a:lnTo>
                    <a:pt x="0" y="57120"/>
                  </a:lnTo>
                  <a:cubicBezTo>
                    <a:pt x="0" y="25574"/>
                    <a:pt x="25574" y="0"/>
                    <a:pt x="571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10D1B">
                    <a:alpha val="68000"/>
                  </a:srgbClr>
                </a:gs>
                <a:gs pos="100000">
                  <a:srgbClr val="041E3D">
                    <a:alpha val="68000"/>
                  </a:srgbClr>
                </a:gs>
              </a:gsLst>
              <a:lin ang="0"/>
            </a:gradFill>
            <a:ln w="38100" cap="rnd">
              <a:solidFill>
                <a:srgbClr val="E93CB0">
                  <a:alpha val="67843"/>
                </a:srgbClr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57150"/>
              <a:ext cx="114240" cy="8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932817" y="5920312"/>
            <a:ext cx="7804056" cy="6561019"/>
            <a:chOff x="0" y="0"/>
            <a:chExt cx="812800" cy="683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683336"/>
            </a:xfrm>
            <a:custGeom>
              <a:avLst/>
              <a:gdLst/>
              <a:ahLst/>
              <a:cxnLst/>
              <a:rect r="r" b="b" t="t" l="l"/>
              <a:pathLst>
                <a:path h="683336" w="812800">
                  <a:moveTo>
                    <a:pt x="609600" y="0"/>
                  </a:moveTo>
                  <a:cubicBezTo>
                    <a:pt x="721824" y="0"/>
                    <a:pt x="812800" y="152970"/>
                    <a:pt x="812800" y="341668"/>
                  </a:cubicBezTo>
                  <a:cubicBezTo>
                    <a:pt x="812800" y="530366"/>
                    <a:pt x="721824" y="683336"/>
                    <a:pt x="609600" y="683336"/>
                  </a:cubicBezTo>
                  <a:lnTo>
                    <a:pt x="203200" y="683336"/>
                  </a:lnTo>
                  <a:cubicBezTo>
                    <a:pt x="90976" y="683336"/>
                    <a:pt x="0" y="530366"/>
                    <a:pt x="0" y="341668"/>
                  </a:cubicBezTo>
                  <a:cubicBezTo>
                    <a:pt x="0" y="152970"/>
                    <a:pt x="90976" y="0"/>
                    <a:pt x="203200" y="0"/>
                  </a:cubicBezTo>
                  <a:lnTo>
                    <a:pt x="6096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C35A5">
                    <a:alpha val="79000"/>
                  </a:srgbClr>
                </a:gs>
                <a:gs pos="100000">
                  <a:srgbClr val="9B40D1">
                    <a:alpha val="79000"/>
                  </a:srgbClr>
                </a:gs>
              </a:gsLst>
              <a:path path="circle">
                <a:fillToRect l="50000" r="50000" t="50000" b="50000"/>
              </a:path>
            </a:gra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57150"/>
              <a:ext cx="812800" cy="626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69257" y="834691"/>
            <a:ext cx="12899982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6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How does LSB Steganography Work?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03864" y="1764942"/>
            <a:ext cx="12528953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</a:pPr>
            <a:r>
              <a:rPr lang="en-US" sz="319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This is a single pixel’s RGB (Red, Green, Blue) value in binary and decimal 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79048" y="3903113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200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3893588"/>
            <a:ext cx="265690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0"/>
              </a:lnSpc>
            </a:pPr>
            <a:r>
              <a:rPr lang="en-US" b="true" sz="2500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Decimal Value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67285" y="3903113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150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096750" y="3903113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100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154925" y="9202063"/>
            <a:ext cx="2065791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1100100</a:t>
            </a:r>
            <a:r>
              <a:rPr lang="en-US" b="true" sz="2899">
                <a:solidFill>
                  <a:srgbClr val="C724B1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604006" y="9202063"/>
            <a:ext cx="208919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1001011</a:t>
            </a:r>
            <a:r>
              <a:rPr lang="en-US" b="true" sz="2899">
                <a:solidFill>
                  <a:srgbClr val="C724B1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965674" y="9202063"/>
            <a:ext cx="16806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0110010</a:t>
            </a:r>
            <a:r>
              <a:rPr lang="en-US" b="true" sz="2899">
                <a:solidFill>
                  <a:srgbClr val="C724B1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62433" y="5200582"/>
            <a:ext cx="12528953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</a:pPr>
            <a:r>
              <a:rPr lang="en-US" sz="319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letter ‘A’ 8-bit binary number            </a:t>
            </a:r>
            <a:r>
              <a:rPr lang="en-US" b="true" sz="31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01000001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00" y="9192538"/>
            <a:ext cx="265690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0"/>
              </a:lnSpc>
            </a:pPr>
            <a:r>
              <a:rPr lang="en-US" b="true" sz="2500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New Binary Value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629208" y="9716413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9706888"/>
            <a:ext cx="340690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0"/>
              </a:lnSpc>
            </a:pPr>
            <a:r>
              <a:rPr lang="en-US" b="true" sz="2500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New Decimal Value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991026" y="9716413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C724B1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151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372322" y="9716413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100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4048" y="6620886"/>
            <a:ext cx="75000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722808" y="6710725"/>
            <a:ext cx="3421892" cy="265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3"/>
              </a:lnSpc>
            </a:pPr>
            <a:r>
              <a:rPr lang="en-US" b="true" sz="3194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 human eye cannot distinguish a color value of 150 from 151. That is </a:t>
            </a:r>
            <a:r>
              <a:rPr lang="en-US" b="true" sz="3194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entire principle.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154925" y="4359043"/>
            <a:ext cx="2065791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11001000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321431" y="4359043"/>
            <a:ext cx="2089190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10010110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756992" y="4359043"/>
            <a:ext cx="168068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89"/>
              </a:lnSpc>
            </a:pPr>
            <a:r>
              <a:rPr lang="en-US" b="true" sz="289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01100100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28700" y="4349518"/>
            <a:ext cx="2656905" cy="35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0"/>
              </a:lnSpc>
            </a:pPr>
            <a:r>
              <a:rPr lang="en-US" b="true" sz="2500">
                <a:solidFill>
                  <a:srgbClr val="BB99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Binary Value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8766" y="-262311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36007" y="2864624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8209" y="-2864618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8" y="0"/>
                </a:lnTo>
                <a:lnTo>
                  <a:pt x="5973818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8766" y="5394595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609495"/>
            <a:ext cx="16804816" cy="838409"/>
            <a:chOff x="0" y="0"/>
            <a:chExt cx="814575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406400"/>
            </a:xfrm>
            <a:custGeom>
              <a:avLst/>
              <a:gdLst/>
              <a:ahLst/>
              <a:cxnLst/>
              <a:rect r="r" b="b" t="t" l="l"/>
              <a:pathLst>
                <a:path h="406400" w="8145755">
                  <a:moveTo>
                    <a:pt x="7942555" y="0"/>
                  </a:moveTo>
                  <a:cubicBezTo>
                    <a:pt x="8054779" y="0"/>
                    <a:pt x="8145755" y="90976"/>
                    <a:pt x="8145755" y="203200"/>
                  </a:cubicBezTo>
                  <a:cubicBezTo>
                    <a:pt x="8145755" y="315424"/>
                    <a:pt x="8054779" y="406400"/>
                    <a:pt x="7942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41579" y="7759569"/>
            <a:ext cx="1570279" cy="15702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2636110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47696" y="1545256"/>
            <a:ext cx="9789580" cy="7518755"/>
          </a:xfrm>
          <a:custGeom>
            <a:avLst/>
            <a:gdLst/>
            <a:ahLst/>
            <a:cxnLst/>
            <a:rect r="r" b="b" t="t" l="l"/>
            <a:pathLst>
              <a:path h="7518755" w="9789580">
                <a:moveTo>
                  <a:pt x="0" y="0"/>
                </a:moveTo>
                <a:lnTo>
                  <a:pt x="9789579" y="0"/>
                </a:lnTo>
                <a:lnTo>
                  <a:pt x="9789579" y="7518755"/>
                </a:lnTo>
                <a:lnTo>
                  <a:pt x="0" y="7518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69257" y="834691"/>
            <a:ext cx="12899982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6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System 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5105" y="4220527"/>
            <a:ext cx="6111303" cy="226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5"/>
              </a:lnSpc>
            </a:pPr>
            <a:r>
              <a:rPr lang="en-US" b="true" sz="4303">
                <a:solidFill>
                  <a:srgbClr val="E93CB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three-layer</a:t>
            </a:r>
            <a:r>
              <a:rPr lang="en-US" b="true" sz="4303">
                <a:solidFill>
                  <a:srgbClr val="E93CB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component overview</a:t>
            </a:r>
          </a:p>
          <a:p>
            <a:pPr algn="ctr">
              <a:lnSpc>
                <a:spcPts val="602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8766" y="-262311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36007" y="2864624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8209" y="-2864618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8" y="0"/>
                </a:lnTo>
                <a:lnTo>
                  <a:pt x="5973818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8766" y="5394595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537315"/>
            <a:ext cx="16804816" cy="1050547"/>
            <a:chOff x="0" y="0"/>
            <a:chExt cx="8145755" cy="509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509229"/>
            </a:xfrm>
            <a:custGeom>
              <a:avLst/>
              <a:gdLst/>
              <a:ahLst/>
              <a:cxnLst/>
              <a:rect r="r" b="b" t="t" l="l"/>
              <a:pathLst>
                <a:path h="509229" w="8145755">
                  <a:moveTo>
                    <a:pt x="7942555" y="0"/>
                  </a:moveTo>
                  <a:cubicBezTo>
                    <a:pt x="8054779" y="0"/>
                    <a:pt x="8145755" y="113995"/>
                    <a:pt x="8145755" y="254614"/>
                  </a:cubicBezTo>
                  <a:cubicBezTo>
                    <a:pt x="8145755" y="395234"/>
                    <a:pt x="8054779" y="509229"/>
                    <a:pt x="7942555" y="509229"/>
                  </a:cubicBezTo>
                  <a:lnTo>
                    <a:pt x="203200" y="509229"/>
                  </a:lnTo>
                  <a:cubicBezTo>
                    <a:pt x="90976" y="509229"/>
                    <a:pt x="0" y="395234"/>
                    <a:pt x="0" y="254614"/>
                  </a:cubicBezTo>
                  <a:cubicBezTo>
                    <a:pt x="0" y="11399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452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41579" y="7759569"/>
            <a:ext cx="1570279" cy="15702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2636110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39972" y="1765391"/>
            <a:ext cx="15008056" cy="6040743"/>
          </a:xfrm>
          <a:custGeom>
            <a:avLst/>
            <a:gdLst/>
            <a:ahLst/>
            <a:cxnLst/>
            <a:rect r="r" b="b" t="t" l="l"/>
            <a:pathLst>
              <a:path h="6040743" w="15008056">
                <a:moveTo>
                  <a:pt x="0" y="0"/>
                </a:moveTo>
                <a:lnTo>
                  <a:pt x="15008056" y="0"/>
                </a:lnTo>
                <a:lnTo>
                  <a:pt x="15008056" y="6040743"/>
                </a:lnTo>
                <a:lnTo>
                  <a:pt x="0" y="6040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91960" y="8424537"/>
            <a:ext cx="4904081" cy="75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5"/>
              </a:lnSpc>
            </a:pPr>
            <a:r>
              <a:rPr lang="en-US" b="true" sz="650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Encode path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2562" y="737340"/>
            <a:ext cx="12899982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6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8766" y="-262311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36007" y="2864624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58209" y="-2864618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8" y="0"/>
                </a:lnTo>
                <a:lnTo>
                  <a:pt x="5973818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8766" y="5394595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537315"/>
            <a:ext cx="16804816" cy="1007005"/>
            <a:chOff x="0" y="0"/>
            <a:chExt cx="8145755" cy="488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488123"/>
            </a:xfrm>
            <a:custGeom>
              <a:avLst/>
              <a:gdLst/>
              <a:ahLst/>
              <a:cxnLst/>
              <a:rect r="r" b="b" t="t" l="l"/>
              <a:pathLst>
                <a:path h="488123" w="8145755">
                  <a:moveTo>
                    <a:pt x="7942555" y="0"/>
                  </a:moveTo>
                  <a:cubicBezTo>
                    <a:pt x="8054779" y="0"/>
                    <a:pt x="8145755" y="109270"/>
                    <a:pt x="8145755" y="244062"/>
                  </a:cubicBezTo>
                  <a:cubicBezTo>
                    <a:pt x="8145755" y="378853"/>
                    <a:pt x="8054779" y="488123"/>
                    <a:pt x="7942555" y="488123"/>
                  </a:cubicBezTo>
                  <a:lnTo>
                    <a:pt x="203200" y="488123"/>
                  </a:lnTo>
                  <a:cubicBezTo>
                    <a:pt x="90976" y="488123"/>
                    <a:pt x="0" y="378853"/>
                    <a:pt x="0" y="244062"/>
                  </a:cubicBezTo>
                  <a:cubicBezTo>
                    <a:pt x="0" y="1092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430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41579" y="7759569"/>
            <a:ext cx="1570279" cy="15702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2636110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929923" y="1725295"/>
            <a:ext cx="14428154" cy="6389279"/>
          </a:xfrm>
          <a:custGeom>
            <a:avLst/>
            <a:gdLst/>
            <a:ahLst/>
            <a:cxnLst/>
            <a:rect r="r" b="b" t="t" l="l"/>
            <a:pathLst>
              <a:path h="6389279" w="14428154">
                <a:moveTo>
                  <a:pt x="0" y="0"/>
                </a:moveTo>
                <a:lnTo>
                  <a:pt x="14428154" y="0"/>
                </a:lnTo>
                <a:lnTo>
                  <a:pt x="14428154" y="6389279"/>
                </a:lnTo>
                <a:lnTo>
                  <a:pt x="0" y="6389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691960" y="8523213"/>
            <a:ext cx="4904081" cy="75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5"/>
              </a:lnSpc>
            </a:pPr>
            <a:r>
              <a:rPr lang="en-US" b="true" sz="650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Decode path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9235" y="737340"/>
            <a:ext cx="12899982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6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68301" y="-3316897"/>
            <a:ext cx="5656934" cy="5656934"/>
          </a:xfrm>
          <a:custGeom>
            <a:avLst/>
            <a:gdLst/>
            <a:ahLst/>
            <a:cxnLst/>
            <a:rect r="r" b="b" t="t" l="l"/>
            <a:pathLst>
              <a:path h="5656934" w="5656934">
                <a:moveTo>
                  <a:pt x="0" y="0"/>
                </a:moveTo>
                <a:lnTo>
                  <a:pt x="5656933" y="0"/>
                </a:lnTo>
                <a:lnTo>
                  <a:pt x="5656933" y="5656933"/>
                </a:lnTo>
                <a:lnTo>
                  <a:pt x="0" y="5656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72783" y="-183522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5893" y="358071"/>
            <a:ext cx="16804816" cy="992911"/>
            <a:chOff x="0" y="0"/>
            <a:chExt cx="8145755" cy="4812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5755" cy="481291"/>
            </a:xfrm>
            <a:custGeom>
              <a:avLst/>
              <a:gdLst/>
              <a:ahLst/>
              <a:cxnLst/>
              <a:rect r="r" b="b" t="t" l="l"/>
              <a:pathLst>
                <a:path h="481291" w="8145755">
                  <a:moveTo>
                    <a:pt x="7942555" y="0"/>
                  </a:moveTo>
                  <a:cubicBezTo>
                    <a:pt x="8054779" y="0"/>
                    <a:pt x="8145755" y="107741"/>
                    <a:pt x="8145755" y="240646"/>
                  </a:cubicBezTo>
                  <a:cubicBezTo>
                    <a:pt x="8145755" y="373551"/>
                    <a:pt x="8054779" y="481291"/>
                    <a:pt x="7942555" y="481291"/>
                  </a:cubicBezTo>
                  <a:lnTo>
                    <a:pt x="203200" y="481291"/>
                  </a:lnTo>
                  <a:cubicBezTo>
                    <a:pt x="90976" y="481291"/>
                    <a:pt x="0" y="373551"/>
                    <a:pt x="0" y="240646"/>
                  </a:cubicBezTo>
                  <a:cubicBezTo>
                    <a:pt x="0" y="1077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8145755" cy="424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aphicFrame>
        <p:nvGraphicFramePr>
          <p:cNvPr name="Object 7" id="7"/>
          <p:cNvGraphicFramePr/>
          <p:nvPr/>
        </p:nvGraphicFramePr>
        <p:xfrm>
          <a:off x="1601036" y="1816221"/>
          <a:ext cx="7543800" cy="4400550"/>
        </p:xfrm>
        <a:graphic>
          <a:graphicData uri="http://schemas.openxmlformats.org/presentationml/2006/ole">
            <p:oleObj imgW="9042400" imgH="5905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311810" y="558096"/>
            <a:ext cx="12899982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6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Binary Payload format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7383" y="1633223"/>
            <a:ext cx="153419" cy="2677163"/>
            <a:chOff x="0" y="0"/>
            <a:chExt cx="204559" cy="35695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6891" y="16891"/>
              <a:ext cx="170688" cy="3535680"/>
            </a:xfrm>
            <a:custGeom>
              <a:avLst/>
              <a:gdLst/>
              <a:ahLst/>
              <a:cxnLst/>
              <a:rect r="r" b="b" t="t" l="l"/>
              <a:pathLst>
                <a:path h="35356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D63AF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470" cy="3569462"/>
            </a:xfrm>
            <a:custGeom>
              <a:avLst/>
              <a:gdLst/>
              <a:ahLst/>
              <a:cxnLst/>
              <a:rect r="r" b="b" t="t" l="l"/>
              <a:pathLst>
                <a:path h="35694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552571"/>
                  </a:lnTo>
                  <a:cubicBezTo>
                    <a:pt x="204470" y="3561969"/>
                    <a:pt x="196850" y="3569462"/>
                    <a:pt x="187579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87579" y="3535680"/>
                  </a:lnTo>
                  <a:lnTo>
                    <a:pt x="187579" y="3552571"/>
                  </a:lnTo>
                  <a:lnTo>
                    <a:pt x="170688" y="35525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63AF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5399" y="1633223"/>
            <a:ext cx="7249163" cy="2677163"/>
            <a:chOff x="0" y="0"/>
            <a:chExt cx="9665551" cy="35695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9631681" cy="3535680"/>
            </a:xfrm>
            <a:custGeom>
              <a:avLst/>
              <a:gdLst/>
              <a:ahLst/>
              <a:cxnLst/>
              <a:rect r="r" b="b" t="t" l="l"/>
              <a:pathLst>
                <a:path h="3535680" w="9631681">
                  <a:moveTo>
                    <a:pt x="0" y="0"/>
                  </a:moveTo>
                  <a:lnTo>
                    <a:pt x="9631681" y="0"/>
                  </a:lnTo>
                  <a:lnTo>
                    <a:pt x="9631681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0A1628">
                <a:alpha val="63922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65462" cy="3569462"/>
            </a:xfrm>
            <a:custGeom>
              <a:avLst/>
              <a:gdLst/>
              <a:ahLst/>
              <a:cxnLst/>
              <a:rect r="r" b="b" t="t" l="l"/>
              <a:pathLst>
                <a:path h="3569462" w="9665462">
                  <a:moveTo>
                    <a:pt x="16891" y="0"/>
                  </a:moveTo>
                  <a:lnTo>
                    <a:pt x="9648572" y="0"/>
                  </a:lnTo>
                  <a:cubicBezTo>
                    <a:pt x="9657969" y="0"/>
                    <a:pt x="9665462" y="7620"/>
                    <a:pt x="9665462" y="16891"/>
                  </a:cubicBezTo>
                  <a:lnTo>
                    <a:pt x="9665462" y="3552571"/>
                  </a:lnTo>
                  <a:cubicBezTo>
                    <a:pt x="9665462" y="3561969"/>
                    <a:pt x="9657842" y="3569462"/>
                    <a:pt x="9648572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9648572" y="3535680"/>
                  </a:lnTo>
                  <a:lnTo>
                    <a:pt x="9648572" y="3552571"/>
                  </a:lnTo>
                  <a:lnTo>
                    <a:pt x="9631680" y="3552571"/>
                  </a:lnTo>
                  <a:lnTo>
                    <a:pt x="9631680" y="16891"/>
                  </a:lnTo>
                  <a:lnTo>
                    <a:pt x="9648572" y="16891"/>
                  </a:lnTo>
                  <a:lnTo>
                    <a:pt x="96485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4128" y="1737360"/>
            <a:ext cx="6766560" cy="2468880"/>
            <a:chOff x="0" y="0"/>
            <a:chExt cx="9022080" cy="3291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220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3" r="0" b="-340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9022080" cy="3358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i="true">
                  <a:solidFill>
                    <a:srgbClr val="CBD5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Without encryption, anyone who suspects steganography can extract the raw bits and read the message.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7383" y="4352544"/>
            <a:ext cx="7498080" cy="782816"/>
            <a:chOff x="0" y="0"/>
            <a:chExt cx="9997440" cy="1043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97440" cy="1043755"/>
            </a:xfrm>
            <a:custGeom>
              <a:avLst/>
              <a:gdLst/>
              <a:ahLst/>
              <a:cxnLst/>
              <a:rect r="r" b="b" t="t" l="l"/>
              <a:pathLst>
                <a:path h="1043755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43755"/>
                  </a:lnTo>
                  <a:lnTo>
                    <a:pt x="0" y="10437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246" r="0" b="-1310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9997440" cy="1119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D63A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Security Stack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83945" y="4929892"/>
            <a:ext cx="7132320" cy="435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79" indent="-313689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AES-256-CBC</a:t>
            </a:r>
            <a:r>
              <a:rPr lang="en-US" sz="25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 — 256-bit symmetric block cipher, with 14 rounds of substitution, permutation, and transformation.</a:t>
            </a:r>
          </a:p>
          <a:p>
            <a:pPr algn="l" marL="627379" indent="-313689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PBKDF2-SHA256</a:t>
            </a:r>
            <a:r>
              <a:rPr lang="en-US" sz="25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 — a password-based key derivation function (PBKDF2) that produces a secure, salted key.</a:t>
            </a:r>
          </a:p>
          <a:p>
            <a:pPr algn="l" marL="627379" indent="-313689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Salt (16 B)</a:t>
            </a:r>
            <a:r>
              <a:rPr lang="en-US" sz="25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 — ensures that identical passwords produce unique hash outputs</a:t>
            </a:r>
          </a:p>
          <a:p>
            <a:pPr algn="l" marL="627379" indent="-313689" lvl="1">
              <a:lnSpc>
                <a:spcPts val="3119"/>
              </a:lnSpc>
              <a:buFont typeface="Arial"/>
              <a:buChar char="•"/>
            </a:pPr>
            <a:r>
              <a:rPr lang="en-US" b="true" sz="2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IV (16 B)</a:t>
            </a:r>
            <a:r>
              <a:rPr lang="en-US" sz="2599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 — ensure that encrypting the same plaintext multiple times with the same key produces different ciphertexts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48423" y="1413767"/>
            <a:ext cx="4377947" cy="3134363"/>
            <a:chOff x="0" y="0"/>
            <a:chExt cx="5837263" cy="4179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5803392" cy="4145280"/>
            </a:xfrm>
            <a:custGeom>
              <a:avLst/>
              <a:gdLst/>
              <a:ahLst/>
              <a:cxnLst/>
              <a:rect r="r" b="b" t="t" l="l"/>
              <a:pathLst>
                <a:path h="41452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A1628">
                <a:alpha val="80784"/>
              </a:srgbClr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37174" cy="4179062"/>
            </a:xfrm>
            <a:custGeom>
              <a:avLst/>
              <a:gdLst/>
              <a:ahLst/>
              <a:cxnLst/>
              <a:rect r="r" b="b" t="t" l="l"/>
              <a:pathLst>
                <a:path h="417906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4162171"/>
                  </a:lnTo>
                  <a:cubicBezTo>
                    <a:pt x="5837174" y="4171569"/>
                    <a:pt x="5829554" y="4179062"/>
                    <a:pt x="5820283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820283" y="4145280"/>
                  </a:lnTo>
                  <a:lnTo>
                    <a:pt x="5820283" y="4162171"/>
                  </a:lnTo>
                  <a:lnTo>
                    <a:pt x="5803392" y="416217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48423" y="1413767"/>
            <a:ext cx="4377947" cy="153419"/>
            <a:chOff x="0" y="0"/>
            <a:chExt cx="5837263" cy="204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5803392" cy="170688"/>
            </a:xfrm>
            <a:custGeom>
              <a:avLst/>
              <a:gdLst/>
              <a:ahLst/>
              <a:cxnLst/>
              <a:rect r="r" b="b" t="t" l="l"/>
              <a:pathLst>
                <a:path h="17068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37174" cy="204472"/>
            </a:xfrm>
            <a:custGeom>
              <a:avLst/>
              <a:gdLst/>
              <a:ahLst/>
              <a:cxnLst/>
              <a:rect r="r" b="b" t="t" l="l"/>
              <a:pathLst>
                <a:path h="20447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87579"/>
                  </a:lnTo>
                  <a:cubicBezTo>
                    <a:pt x="5837174" y="196977"/>
                    <a:pt x="5829554" y="204470"/>
                    <a:pt x="5820283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5820283" y="170688"/>
                  </a:lnTo>
                  <a:lnTo>
                    <a:pt x="5820283" y="187579"/>
                  </a:lnTo>
                  <a:lnTo>
                    <a:pt x="5803392" y="187579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241031" y="1742951"/>
            <a:ext cx="939803" cy="939803"/>
            <a:chOff x="0" y="0"/>
            <a:chExt cx="1253071" cy="1253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45168" y="1847088"/>
            <a:ext cx="731520" cy="731520"/>
            <a:chOff x="0" y="0"/>
            <a:chExt cx="975360" cy="97536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351008" y="1719072"/>
            <a:ext cx="2743200" cy="877824"/>
            <a:chOff x="0" y="0"/>
            <a:chExt cx="3657600" cy="11704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6576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AES-256-CBC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253728" y="2878455"/>
            <a:ext cx="3877056" cy="147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256-bit symmetric encryption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military-grade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611863" y="1413767"/>
            <a:ext cx="4377947" cy="3134363"/>
            <a:chOff x="0" y="0"/>
            <a:chExt cx="5837263" cy="41791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5803392" cy="4145280"/>
            </a:xfrm>
            <a:custGeom>
              <a:avLst/>
              <a:gdLst/>
              <a:ahLst/>
              <a:cxnLst/>
              <a:rect r="r" b="b" t="t" l="l"/>
              <a:pathLst>
                <a:path h="41452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A1628">
                <a:alpha val="80784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37174" cy="4179062"/>
            </a:xfrm>
            <a:custGeom>
              <a:avLst/>
              <a:gdLst/>
              <a:ahLst/>
              <a:cxnLst/>
              <a:rect r="r" b="b" t="t" l="l"/>
              <a:pathLst>
                <a:path h="417906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4162171"/>
                  </a:lnTo>
                  <a:cubicBezTo>
                    <a:pt x="5837174" y="4171569"/>
                    <a:pt x="5829554" y="4179062"/>
                    <a:pt x="5820283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820283" y="4145280"/>
                  </a:lnTo>
                  <a:lnTo>
                    <a:pt x="5820283" y="4162171"/>
                  </a:lnTo>
                  <a:lnTo>
                    <a:pt x="5803392" y="416217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611863" y="1413767"/>
            <a:ext cx="4377947" cy="153419"/>
            <a:chOff x="0" y="0"/>
            <a:chExt cx="5837263" cy="2045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5803392" cy="170688"/>
            </a:xfrm>
            <a:custGeom>
              <a:avLst/>
              <a:gdLst/>
              <a:ahLst/>
              <a:cxnLst/>
              <a:rect r="r" b="b" t="t" l="l"/>
              <a:pathLst>
                <a:path h="17068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37174" cy="204472"/>
            </a:xfrm>
            <a:custGeom>
              <a:avLst/>
              <a:gdLst/>
              <a:ahLst/>
              <a:cxnLst/>
              <a:rect r="r" b="b" t="t" l="l"/>
              <a:pathLst>
                <a:path h="20447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87579"/>
                  </a:lnTo>
                  <a:cubicBezTo>
                    <a:pt x="5837174" y="196977"/>
                    <a:pt x="5829554" y="204470"/>
                    <a:pt x="5820283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5820283" y="170688"/>
                  </a:lnTo>
                  <a:lnTo>
                    <a:pt x="5820283" y="187579"/>
                  </a:lnTo>
                  <a:lnTo>
                    <a:pt x="5803392" y="187579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904471" y="1742951"/>
            <a:ext cx="939803" cy="939803"/>
            <a:chOff x="0" y="0"/>
            <a:chExt cx="1253071" cy="12530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008608" y="1847088"/>
            <a:ext cx="731520" cy="731520"/>
            <a:chOff x="0" y="0"/>
            <a:chExt cx="975360" cy="97536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014448" y="1719072"/>
            <a:ext cx="2743200" cy="877824"/>
            <a:chOff x="0" y="0"/>
            <a:chExt cx="3657600" cy="11704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6576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PBKDF2-SHA256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917168" y="2878455"/>
            <a:ext cx="3877056" cy="147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200,000 iterations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brute-force extremely slow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948423" y="4833623"/>
            <a:ext cx="4377947" cy="3134363"/>
            <a:chOff x="0" y="0"/>
            <a:chExt cx="5837263" cy="4179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803392" cy="4145280"/>
            </a:xfrm>
            <a:custGeom>
              <a:avLst/>
              <a:gdLst/>
              <a:ahLst/>
              <a:cxnLst/>
              <a:rect r="r" b="b" t="t" l="l"/>
              <a:pathLst>
                <a:path h="41452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A1628">
                <a:alpha val="80784"/>
              </a:srgbClr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37174" cy="4179062"/>
            </a:xfrm>
            <a:custGeom>
              <a:avLst/>
              <a:gdLst/>
              <a:ahLst/>
              <a:cxnLst/>
              <a:rect r="r" b="b" t="t" l="l"/>
              <a:pathLst>
                <a:path h="417906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4162171"/>
                  </a:lnTo>
                  <a:cubicBezTo>
                    <a:pt x="5837174" y="4171569"/>
                    <a:pt x="5829554" y="4179062"/>
                    <a:pt x="5820283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820283" y="4145280"/>
                  </a:lnTo>
                  <a:lnTo>
                    <a:pt x="5820283" y="4162171"/>
                  </a:lnTo>
                  <a:lnTo>
                    <a:pt x="5803392" y="416217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948423" y="4833623"/>
            <a:ext cx="4377947" cy="153419"/>
            <a:chOff x="0" y="0"/>
            <a:chExt cx="5837263" cy="20455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803392" cy="170688"/>
            </a:xfrm>
            <a:custGeom>
              <a:avLst/>
              <a:gdLst/>
              <a:ahLst/>
              <a:cxnLst/>
              <a:rect r="r" b="b" t="t" l="l"/>
              <a:pathLst>
                <a:path h="17068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37174" cy="204472"/>
            </a:xfrm>
            <a:custGeom>
              <a:avLst/>
              <a:gdLst/>
              <a:ahLst/>
              <a:cxnLst/>
              <a:rect r="r" b="b" t="t" l="l"/>
              <a:pathLst>
                <a:path h="20447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87579"/>
                  </a:lnTo>
                  <a:cubicBezTo>
                    <a:pt x="5837174" y="196977"/>
                    <a:pt x="5829554" y="204470"/>
                    <a:pt x="5820283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5820283" y="170688"/>
                  </a:lnTo>
                  <a:lnTo>
                    <a:pt x="5820283" y="187579"/>
                  </a:lnTo>
                  <a:lnTo>
                    <a:pt x="5803392" y="187579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241031" y="5162807"/>
            <a:ext cx="939803" cy="939803"/>
            <a:chOff x="0" y="0"/>
            <a:chExt cx="1253071" cy="125307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345168" y="5266944"/>
            <a:ext cx="731520" cy="731520"/>
            <a:chOff x="0" y="0"/>
            <a:chExt cx="975360" cy="975360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351008" y="5138928"/>
            <a:ext cx="2743200" cy="877824"/>
            <a:chOff x="0" y="0"/>
            <a:chExt cx="3657600" cy="11704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36576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Salt (16 B)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253728" y="6298311"/>
            <a:ext cx="3877056" cy="147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Generated fresh per message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blocks pre-computation attacks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3611863" y="4833623"/>
            <a:ext cx="4377947" cy="3134363"/>
            <a:chOff x="0" y="0"/>
            <a:chExt cx="5837263" cy="417915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803392" cy="4145280"/>
            </a:xfrm>
            <a:custGeom>
              <a:avLst/>
              <a:gdLst/>
              <a:ahLst/>
              <a:cxnLst/>
              <a:rect r="r" b="b" t="t" l="l"/>
              <a:pathLst>
                <a:path h="4145280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A1628">
                <a:alpha val="80784"/>
              </a:srgbClr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37174" cy="4179062"/>
            </a:xfrm>
            <a:custGeom>
              <a:avLst/>
              <a:gdLst/>
              <a:ahLst/>
              <a:cxnLst/>
              <a:rect r="r" b="b" t="t" l="l"/>
              <a:pathLst>
                <a:path h="417906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4162171"/>
                  </a:lnTo>
                  <a:cubicBezTo>
                    <a:pt x="5837174" y="4171569"/>
                    <a:pt x="5829554" y="4179062"/>
                    <a:pt x="5820283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820283" y="4145280"/>
                  </a:lnTo>
                  <a:lnTo>
                    <a:pt x="5820283" y="4162171"/>
                  </a:lnTo>
                  <a:lnTo>
                    <a:pt x="5803392" y="4162171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21A8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3611863" y="4833623"/>
            <a:ext cx="4377947" cy="153419"/>
            <a:chOff x="0" y="0"/>
            <a:chExt cx="5837263" cy="20455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5803392" cy="170688"/>
            </a:xfrm>
            <a:custGeom>
              <a:avLst/>
              <a:gdLst/>
              <a:ahLst/>
              <a:cxnLst/>
              <a:rect r="r" b="b" t="t" l="l"/>
              <a:pathLst>
                <a:path h="170688" w="5803392">
                  <a:moveTo>
                    <a:pt x="0" y="0"/>
                  </a:moveTo>
                  <a:lnTo>
                    <a:pt x="5803392" y="0"/>
                  </a:lnTo>
                  <a:lnTo>
                    <a:pt x="5803392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37174" cy="204472"/>
            </a:xfrm>
            <a:custGeom>
              <a:avLst/>
              <a:gdLst/>
              <a:ahLst/>
              <a:cxnLst/>
              <a:rect r="r" b="b" t="t" l="l"/>
              <a:pathLst>
                <a:path h="204472" w="5837174">
                  <a:moveTo>
                    <a:pt x="16891" y="0"/>
                  </a:moveTo>
                  <a:lnTo>
                    <a:pt x="5820283" y="0"/>
                  </a:lnTo>
                  <a:cubicBezTo>
                    <a:pt x="5829681" y="0"/>
                    <a:pt x="5837174" y="7620"/>
                    <a:pt x="5837174" y="16891"/>
                  </a:cubicBezTo>
                  <a:lnTo>
                    <a:pt x="5837174" y="187579"/>
                  </a:lnTo>
                  <a:cubicBezTo>
                    <a:pt x="5837174" y="196977"/>
                    <a:pt x="5829554" y="204470"/>
                    <a:pt x="5820283" y="204470"/>
                  </a:cubicBezTo>
                  <a:lnTo>
                    <a:pt x="16891" y="204470"/>
                  </a:lnTo>
                  <a:cubicBezTo>
                    <a:pt x="7620" y="204597"/>
                    <a:pt x="0" y="196977"/>
                    <a:pt x="0" y="1875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7579"/>
                  </a:lnTo>
                  <a:lnTo>
                    <a:pt x="16891" y="187579"/>
                  </a:lnTo>
                  <a:lnTo>
                    <a:pt x="16891" y="170688"/>
                  </a:lnTo>
                  <a:lnTo>
                    <a:pt x="5820283" y="170688"/>
                  </a:lnTo>
                  <a:lnTo>
                    <a:pt x="5820283" y="187579"/>
                  </a:lnTo>
                  <a:lnTo>
                    <a:pt x="5803392" y="187579"/>
                  </a:lnTo>
                  <a:lnTo>
                    <a:pt x="5803392" y="16891"/>
                  </a:lnTo>
                  <a:lnTo>
                    <a:pt x="5820283" y="16891"/>
                  </a:lnTo>
                  <a:lnTo>
                    <a:pt x="58202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904471" y="5162807"/>
            <a:ext cx="939803" cy="939803"/>
            <a:chOff x="0" y="0"/>
            <a:chExt cx="1253071" cy="125307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C724B1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008608" y="5266944"/>
            <a:ext cx="731520" cy="731520"/>
            <a:chOff x="0" y="0"/>
            <a:chExt cx="975360" cy="975360"/>
          </a:xfrm>
        </p:grpSpPr>
        <p:sp>
          <p:nvSpPr>
            <p:cNvPr name="Freeform 71" id="71" descr="preencoded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014448" y="5138928"/>
            <a:ext cx="2743200" cy="877824"/>
            <a:chOff x="0" y="0"/>
            <a:chExt cx="3657600" cy="11704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57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365760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IV (16 B)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3917168" y="6298311"/>
            <a:ext cx="3877056" cy="147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Same message encrypted twice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→ different ciphertext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81970" y="9177661"/>
            <a:ext cx="17007840" cy="643531"/>
            <a:chOff x="0" y="0"/>
            <a:chExt cx="22677120" cy="85804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677120" cy="858041"/>
            </a:xfrm>
            <a:custGeom>
              <a:avLst/>
              <a:gdLst/>
              <a:ahLst/>
              <a:cxnLst/>
              <a:rect r="r" b="b" t="t" l="l"/>
              <a:pathLst>
                <a:path h="858041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58041"/>
                  </a:lnTo>
                  <a:lnTo>
                    <a:pt x="0" y="8580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2341" r="0" b="-45759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22677120" cy="9342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3199" i="true">
                  <a:solidFill>
                    <a:srgbClr val="64748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Even if the stego-image is intercepted, the message stays unreadable without the password.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746885" y="717232"/>
            <a:ext cx="2396490" cy="525780"/>
            <a:chOff x="0" y="0"/>
            <a:chExt cx="3195320" cy="7010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50364" y="35716"/>
              <a:ext cx="3094397" cy="622672"/>
            </a:xfrm>
            <a:custGeom>
              <a:avLst/>
              <a:gdLst/>
              <a:ahLst/>
              <a:cxnLst/>
              <a:rect r="r" b="b" t="t" l="l"/>
              <a:pathLst>
                <a:path h="622672" w="3094397">
                  <a:moveTo>
                    <a:pt x="74096" y="175104"/>
                  </a:moveTo>
                  <a:cubicBezTo>
                    <a:pt x="519866" y="209394"/>
                    <a:pt x="604956" y="234794"/>
                    <a:pt x="712906" y="241144"/>
                  </a:cubicBezTo>
                  <a:cubicBezTo>
                    <a:pt x="844986" y="248764"/>
                    <a:pt x="1095176" y="214474"/>
                    <a:pt x="1154866" y="227174"/>
                  </a:cubicBezTo>
                  <a:cubicBezTo>
                    <a:pt x="1170106" y="229714"/>
                    <a:pt x="1175186" y="233524"/>
                    <a:pt x="1182806" y="239874"/>
                  </a:cubicBezTo>
                  <a:cubicBezTo>
                    <a:pt x="1192966" y="250034"/>
                    <a:pt x="1203126" y="266544"/>
                    <a:pt x="1205666" y="280514"/>
                  </a:cubicBezTo>
                  <a:cubicBezTo>
                    <a:pt x="1208206" y="294484"/>
                    <a:pt x="1205666" y="313534"/>
                    <a:pt x="1196776" y="326234"/>
                  </a:cubicBezTo>
                  <a:cubicBezTo>
                    <a:pt x="1186616" y="340204"/>
                    <a:pt x="1167566" y="350364"/>
                    <a:pt x="1143436" y="356714"/>
                  </a:cubicBezTo>
                  <a:cubicBezTo>
                    <a:pt x="1101526" y="366874"/>
                    <a:pt x="1039296" y="350364"/>
                    <a:pt x="954206" y="352904"/>
                  </a:cubicBezTo>
                  <a:cubicBezTo>
                    <a:pt x="776406" y="357984"/>
                    <a:pt x="220146" y="430374"/>
                    <a:pt x="137596" y="416404"/>
                  </a:cubicBezTo>
                  <a:cubicBezTo>
                    <a:pt x="122356" y="413864"/>
                    <a:pt x="118546" y="411324"/>
                    <a:pt x="110926" y="403704"/>
                  </a:cubicBezTo>
                  <a:cubicBezTo>
                    <a:pt x="102036" y="396084"/>
                    <a:pt x="90606" y="380844"/>
                    <a:pt x="88066" y="366874"/>
                  </a:cubicBezTo>
                  <a:cubicBezTo>
                    <a:pt x="86796" y="350364"/>
                    <a:pt x="94416" y="324964"/>
                    <a:pt x="105846" y="312264"/>
                  </a:cubicBezTo>
                  <a:cubicBezTo>
                    <a:pt x="114736" y="302104"/>
                    <a:pt x="126166" y="299564"/>
                    <a:pt x="145216" y="294484"/>
                  </a:cubicBezTo>
                  <a:cubicBezTo>
                    <a:pt x="179506" y="285594"/>
                    <a:pt x="223956" y="281784"/>
                    <a:pt x="300156" y="277974"/>
                  </a:cubicBezTo>
                  <a:cubicBezTo>
                    <a:pt x="512246" y="266544"/>
                    <a:pt x="1388546" y="251304"/>
                    <a:pt x="1513006" y="274164"/>
                  </a:cubicBezTo>
                  <a:cubicBezTo>
                    <a:pt x="1535866" y="279244"/>
                    <a:pt x="1543486" y="280514"/>
                    <a:pt x="1553646" y="289404"/>
                  </a:cubicBezTo>
                  <a:cubicBezTo>
                    <a:pt x="1563806" y="298294"/>
                    <a:pt x="1572696" y="314804"/>
                    <a:pt x="1573966" y="328774"/>
                  </a:cubicBezTo>
                  <a:cubicBezTo>
                    <a:pt x="1575236" y="341474"/>
                    <a:pt x="1571426" y="359254"/>
                    <a:pt x="1563806" y="370684"/>
                  </a:cubicBezTo>
                  <a:cubicBezTo>
                    <a:pt x="1556186" y="382114"/>
                    <a:pt x="1548566" y="387194"/>
                    <a:pt x="1528246" y="394814"/>
                  </a:cubicBezTo>
                  <a:cubicBezTo>
                    <a:pt x="1435536" y="431644"/>
                    <a:pt x="815776" y="521814"/>
                    <a:pt x="734496" y="507844"/>
                  </a:cubicBezTo>
                  <a:cubicBezTo>
                    <a:pt x="717986" y="504034"/>
                    <a:pt x="715446" y="500224"/>
                    <a:pt x="707826" y="492604"/>
                  </a:cubicBezTo>
                  <a:cubicBezTo>
                    <a:pt x="698936" y="483714"/>
                    <a:pt x="688776" y="465934"/>
                    <a:pt x="687506" y="451964"/>
                  </a:cubicBezTo>
                  <a:cubicBezTo>
                    <a:pt x="686236" y="437994"/>
                    <a:pt x="691316" y="420214"/>
                    <a:pt x="700206" y="408784"/>
                  </a:cubicBezTo>
                  <a:cubicBezTo>
                    <a:pt x="707826" y="397354"/>
                    <a:pt x="716716" y="389734"/>
                    <a:pt x="737036" y="384654"/>
                  </a:cubicBezTo>
                  <a:cubicBezTo>
                    <a:pt x="805616" y="364334"/>
                    <a:pt x="1016436" y="382114"/>
                    <a:pt x="1208206" y="388464"/>
                  </a:cubicBezTo>
                  <a:cubicBezTo>
                    <a:pt x="1509196" y="398624"/>
                    <a:pt x="2252146" y="425294"/>
                    <a:pt x="2368986" y="454504"/>
                  </a:cubicBezTo>
                  <a:cubicBezTo>
                    <a:pt x="2391846" y="459584"/>
                    <a:pt x="2398196" y="462124"/>
                    <a:pt x="2407086" y="471014"/>
                  </a:cubicBezTo>
                  <a:cubicBezTo>
                    <a:pt x="2415976" y="481174"/>
                    <a:pt x="2423596" y="496414"/>
                    <a:pt x="2423596" y="509114"/>
                  </a:cubicBezTo>
                  <a:cubicBezTo>
                    <a:pt x="2424866" y="521814"/>
                    <a:pt x="2419786" y="538324"/>
                    <a:pt x="2410896" y="549754"/>
                  </a:cubicBezTo>
                  <a:cubicBezTo>
                    <a:pt x="2403276" y="559914"/>
                    <a:pt x="2396926" y="563724"/>
                    <a:pt x="2375336" y="570074"/>
                  </a:cubicBezTo>
                  <a:cubicBezTo>
                    <a:pt x="2276276" y="600554"/>
                    <a:pt x="1558726" y="639924"/>
                    <a:pt x="1459666" y="614524"/>
                  </a:cubicBezTo>
                  <a:cubicBezTo>
                    <a:pt x="1439346" y="609444"/>
                    <a:pt x="1432996" y="603094"/>
                    <a:pt x="1424106" y="592934"/>
                  </a:cubicBezTo>
                  <a:cubicBezTo>
                    <a:pt x="1416486" y="582774"/>
                    <a:pt x="1411406" y="566264"/>
                    <a:pt x="1412676" y="553564"/>
                  </a:cubicBezTo>
                  <a:cubicBezTo>
                    <a:pt x="1412676" y="540864"/>
                    <a:pt x="1420296" y="524354"/>
                    <a:pt x="1429186" y="515464"/>
                  </a:cubicBezTo>
                  <a:cubicBezTo>
                    <a:pt x="1438076" y="506574"/>
                    <a:pt x="1445696" y="504034"/>
                    <a:pt x="1467286" y="498954"/>
                  </a:cubicBezTo>
                  <a:cubicBezTo>
                    <a:pt x="1537136" y="478634"/>
                    <a:pt x="1792406" y="451964"/>
                    <a:pt x="1958776" y="437994"/>
                  </a:cubicBezTo>
                  <a:cubicBezTo>
                    <a:pt x="2127686" y="424024"/>
                    <a:pt x="2399466" y="404974"/>
                    <a:pt x="2474396" y="412594"/>
                  </a:cubicBezTo>
                  <a:cubicBezTo>
                    <a:pt x="2494716" y="415134"/>
                    <a:pt x="2503606" y="415134"/>
                    <a:pt x="2513766" y="422754"/>
                  </a:cubicBezTo>
                  <a:cubicBezTo>
                    <a:pt x="2523926" y="430374"/>
                    <a:pt x="2535356" y="443074"/>
                    <a:pt x="2536626" y="455774"/>
                  </a:cubicBezTo>
                  <a:cubicBezTo>
                    <a:pt x="2540436" y="471014"/>
                    <a:pt x="2534086" y="496414"/>
                    <a:pt x="2523926" y="509114"/>
                  </a:cubicBezTo>
                  <a:cubicBezTo>
                    <a:pt x="2516306" y="519274"/>
                    <a:pt x="2507416" y="524354"/>
                    <a:pt x="2488366" y="528164"/>
                  </a:cubicBezTo>
                  <a:cubicBezTo>
                    <a:pt x="2419786" y="539594"/>
                    <a:pt x="2174676" y="481174"/>
                    <a:pt x="2014656" y="463394"/>
                  </a:cubicBezTo>
                  <a:cubicBezTo>
                    <a:pt x="1852096" y="445614"/>
                    <a:pt x="1620956" y="450694"/>
                    <a:pt x="1519356" y="424024"/>
                  </a:cubicBezTo>
                  <a:cubicBezTo>
                    <a:pt x="1469826" y="411324"/>
                    <a:pt x="1432996" y="397354"/>
                    <a:pt x="1413946" y="378304"/>
                  </a:cubicBezTo>
                  <a:cubicBezTo>
                    <a:pt x="1402516" y="365604"/>
                    <a:pt x="1397436" y="351634"/>
                    <a:pt x="1397436" y="338934"/>
                  </a:cubicBezTo>
                  <a:cubicBezTo>
                    <a:pt x="1396166" y="324964"/>
                    <a:pt x="1402516" y="308454"/>
                    <a:pt x="1410136" y="298294"/>
                  </a:cubicBezTo>
                  <a:cubicBezTo>
                    <a:pt x="1419026" y="288134"/>
                    <a:pt x="1427916" y="283054"/>
                    <a:pt x="1446966" y="276704"/>
                  </a:cubicBezTo>
                  <a:cubicBezTo>
                    <a:pt x="1504116" y="256384"/>
                    <a:pt x="1680646" y="237334"/>
                    <a:pt x="1801296" y="225904"/>
                  </a:cubicBezTo>
                  <a:cubicBezTo>
                    <a:pt x="1925756" y="213204"/>
                    <a:pt x="2045136" y="214474"/>
                    <a:pt x="2184836" y="201774"/>
                  </a:cubicBezTo>
                  <a:cubicBezTo>
                    <a:pt x="2349936" y="187804"/>
                    <a:pt x="2653466" y="128114"/>
                    <a:pt x="2727126" y="143354"/>
                  </a:cubicBezTo>
                  <a:cubicBezTo>
                    <a:pt x="2748716" y="147164"/>
                    <a:pt x="2756336" y="153514"/>
                    <a:pt x="2765226" y="163674"/>
                  </a:cubicBezTo>
                  <a:cubicBezTo>
                    <a:pt x="2772846" y="173834"/>
                    <a:pt x="2779196" y="191614"/>
                    <a:pt x="2777926" y="204314"/>
                  </a:cubicBezTo>
                  <a:cubicBezTo>
                    <a:pt x="2777926" y="217014"/>
                    <a:pt x="2770306" y="233524"/>
                    <a:pt x="2761416" y="243684"/>
                  </a:cubicBezTo>
                  <a:cubicBezTo>
                    <a:pt x="2752526" y="252574"/>
                    <a:pt x="2743636" y="257654"/>
                    <a:pt x="2723316" y="261464"/>
                  </a:cubicBezTo>
                  <a:cubicBezTo>
                    <a:pt x="2671246" y="272894"/>
                    <a:pt x="2532816" y="253844"/>
                    <a:pt x="2419786" y="257654"/>
                  </a:cubicBezTo>
                  <a:cubicBezTo>
                    <a:pt x="2275006" y="261464"/>
                    <a:pt x="2109906" y="285594"/>
                    <a:pt x="1925756" y="293214"/>
                  </a:cubicBezTo>
                  <a:cubicBezTo>
                    <a:pt x="1688266" y="303374"/>
                    <a:pt x="1293296" y="309724"/>
                    <a:pt x="1115496" y="302104"/>
                  </a:cubicBezTo>
                  <a:cubicBezTo>
                    <a:pt x="1029136" y="298294"/>
                    <a:pt x="959286" y="299564"/>
                    <a:pt x="922456" y="283054"/>
                  </a:cubicBezTo>
                  <a:cubicBezTo>
                    <a:pt x="904676" y="275434"/>
                    <a:pt x="895786" y="264004"/>
                    <a:pt x="888166" y="253844"/>
                  </a:cubicBezTo>
                  <a:cubicBezTo>
                    <a:pt x="883086" y="244954"/>
                    <a:pt x="880546" y="234794"/>
                    <a:pt x="881816" y="224634"/>
                  </a:cubicBezTo>
                  <a:cubicBezTo>
                    <a:pt x="881816" y="211934"/>
                    <a:pt x="888166" y="192884"/>
                    <a:pt x="897056" y="182724"/>
                  </a:cubicBezTo>
                  <a:cubicBezTo>
                    <a:pt x="905946" y="172564"/>
                    <a:pt x="912296" y="168754"/>
                    <a:pt x="936426" y="162404"/>
                  </a:cubicBezTo>
                  <a:cubicBezTo>
                    <a:pt x="1104066" y="120494"/>
                    <a:pt x="2869366" y="131924"/>
                    <a:pt x="3035736" y="162404"/>
                  </a:cubicBezTo>
                  <a:cubicBezTo>
                    <a:pt x="3059866" y="166214"/>
                    <a:pt x="3064946" y="168754"/>
                    <a:pt x="3075106" y="176374"/>
                  </a:cubicBezTo>
                  <a:cubicBezTo>
                    <a:pt x="3083996" y="185264"/>
                    <a:pt x="3091616" y="200504"/>
                    <a:pt x="3094156" y="213204"/>
                  </a:cubicBezTo>
                  <a:cubicBezTo>
                    <a:pt x="3095426" y="225904"/>
                    <a:pt x="3091616" y="242414"/>
                    <a:pt x="3083996" y="253844"/>
                  </a:cubicBezTo>
                  <a:cubicBezTo>
                    <a:pt x="3076376" y="264004"/>
                    <a:pt x="3070026" y="270354"/>
                    <a:pt x="3049706" y="276704"/>
                  </a:cubicBezTo>
                  <a:cubicBezTo>
                    <a:pt x="2949376" y="308454"/>
                    <a:pt x="2321996" y="304644"/>
                    <a:pt x="2094666" y="279244"/>
                  </a:cubicBezTo>
                  <a:cubicBezTo>
                    <a:pt x="1965126" y="265274"/>
                    <a:pt x="1840666" y="264004"/>
                    <a:pt x="1794946" y="213204"/>
                  </a:cubicBezTo>
                  <a:cubicBezTo>
                    <a:pt x="1761926" y="176374"/>
                    <a:pt x="1751766" y="92554"/>
                    <a:pt x="1775896" y="59534"/>
                  </a:cubicBezTo>
                  <a:cubicBezTo>
                    <a:pt x="1803836" y="21434"/>
                    <a:pt x="1901626" y="23974"/>
                    <a:pt x="1982906" y="16354"/>
                  </a:cubicBezTo>
                  <a:cubicBezTo>
                    <a:pt x="2095936" y="3654"/>
                    <a:pt x="2328346" y="2384"/>
                    <a:pt x="2395656" y="15084"/>
                  </a:cubicBezTo>
                  <a:cubicBezTo>
                    <a:pt x="2418516" y="18894"/>
                    <a:pt x="2429946" y="21434"/>
                    <a:pt x="2440106" y="31594"/>
                  </a:cubicBezTo>
                  <a:cubicBezTo>
                    <a:pt x="2451536" y="41754"/>
                    <a:pt x="2460426" y="58264"/>
                    <a:pt x="2462966" y="73504"/>
                  </a:cubicBezTo>
                  <a:cubicBezTo>
                    <a:pt x="2464236" y="87474"/>
                    <a:pt x="2460426" y="107794"/>
                    <a:pt x="2451536" y="119224"/>
                  </a:cubicBezTo>
                  <a:cubicBezTo>
                    <a:pt x="2443916" y="131924"/>
                    <a:pt x="2436296" y="139544"/>
                    <a:pt x="2413436" y="147164"/>
                  </a:cubicBezTo>
                  <a:cubicBezTo>
                    <a:pt x="2316916" y="176374"/>
                    <a:pt x="1700966" y="181454"/>
                    <a:pt x="1600636" y="143354"/>
                  </a:cubicBezTo>
                  <a:cubicBezTo>
                    <a:pt x="1573966" y="133194"/>
                    <a:pt x="1562536" y="120494"/>
                    <a:pt x="1556186" y="103984"/>
                  </a:cubicBezTo>
                  <a:cubicBezTo>
                    <a:pt x="1549836" y="87474"/>
                    <a:pt x="1554916" y="59534"/>
                    <a:pt x="1563806" y="45564"/>
                  </a:cubicBezTo>
                  <a:cubicBezTo>
                    <a:pt x="1571426" y="32864"/>
                    <a:pt x="1585396" y="25244"/>
                    <a:pt x="1600636" y="20164"/>
                  </a:cubicBezTo>
                  <a:cubicBezTo>
                    <a:pt x="1622226" y="12544"/>
                    <a:pt x="1661596" y="15084"/>
                    <a:pt x="1684456" y="17624"/>
                  </a:cubicBezTo>
                  <a:cubicBezTo>
                    <a:pt x="1699696" y="20164"/>
                    <a:pt x="1712396" y="22704"/>
                    <a:pt x="1722556" y="31594"/>
                  </a:cubicBezTo>
                  <a:cubicBezTo>
                    <a:pt x="1732716" y="39214"/>
                    <a:pt x="1742876" y="51914"/>
                    <a:pt x="1745416" y="64614"/>
                  </a:cubicBezTo>
                  <a:cubicBezTo>
                    <a:pt x="1749226" y="81124"/>
                    <a:pt x="1744146" y="109064"/>
                    <a:pt x="1732716" y="123034"/>
                  </a:cubicBezTo>
                  <a:cubicBezTo>
                    <a:pt x="1721286" y="135734"/>
                    <a:pt x="1694616" y="147164"/>
                    <a:pt x="1678106" y="144624"/>
                  </a:cubicBezTo>
                  <a:cubicBezTo>
                    <a:pt x="1660326" y="143354"/>
                    <a:pt x="1636196" y="126844"/>
                    <a:pt x="1628576" y="111604"/>
                  </a:cubicBezTo>
                  <a:cubicBezTo>
                    <a:pt x="1619686" y="96364"/>
                    <a:pt x="1619686" y="67154"/>
                    <a:pt x="1628576" y="51914"/>
                  </a:cubicBezTo>
                  <a:cubicBezTo>
                    <a:pt x="1636196" y="36674"/>
                    <a:pt x="1661596" y="21434"/>
                    <a:pt x="1678106" y="18894"/>
                  </a:cubicBezTo>
                  <a:cubicBezTo>
                    <a:pt x="1690806" y="16354"/>
                    <a:pt x="1706046" y="20164"/>
                    <a:pt x="1717476" y="27784"/>
                  </a:cubicBezTo>
                  <a:cubicBezTo>
                    <a:pt x="1728906" y="34134"/>
                    <a:pt x="1739066" y="45564"/>
                    <a:pt x="1744146" y="58264"/>
                  </a:cubicBezTo>
                  <a:cubicBezTo>
                    <a:pt x="1747956" y="73504"/>
                    <a:pt x="1746686" y="102714"/>
                    <a:pt x="1737796" y="117954"/>
                  </a:cubicBezTo>
                  <a:cubicBezTo>
                    <a:pt x="1727636" y="131924"/>
                    <a:pt x="1706046" y="140814"/>
                    <a:pt x="1684456" y="145894"/>
                  </a:cubicBezTo>
                  <a:cubicBezTo>
                    <a:pt x="1657786" y="150974"/>
                    <a:pt x="1606986" y="147164"/>
                    <a:pt x="1586666" y="138274"/>
                  </a:cubicBezTo>
                  <a:cubicBezTo>
                    <a:pt x="1575236" y="133194"/>
                    <a:pt x="1568886" y="126844"/>
                    <a:pt x="1563806" y="117954"/>
                  </a:cubicBezTo>
                  <a:cubicBezTo>
                    <a:pt x="1556186" y="106524"/>
                    <a:pt x="1552376" y="87474"/>
                    <a:pt x="1552376" y="73504"/>
                  </a:cubicBezTo>
                  <a:cubicBezTo>
                    <a:pt x="1553646" y="63344"/>
                    <a:pt x="1557456" y="54454"/>
                    <a:pt x="1563806" y="45564"/>
                  </a:cubicBezTo>
                  <a:cubicBezTo>
                    <a:pt x="1571426" y="35404"/>
                    <a:pt x="1579046" y="26514"/>
                    <a:pt x="1600636" y="20164"/>
                  </a:cubicBezTo>
                  <a:cubicBezTo>
                    <a:pt x="1693346" y="-9046"/>
                    <a:pt x="2295326" y="-2696"/>
                    <a:pt x="2395656" y="15084"/>
                  </a:cubicBezTo>
                  <a:cubicBezTo>
                    <a:pt x="2421056" y="18894"/>
                    <a:pt x="2429946" y="21434"/>
                    <a:pt x="2440106" y="31594"/>
                  </a:cubicBezTo>
                  <a:cubicBezTo>
                    <a:pt x="2451536" y="41754"/>
                    <a:pt x="2460426" y="58264"/>
                    <a:pt x="2462966" y="73504"/>
                  </a:cubicBezTo>
                  <a:cubicBezTo>
                    <a:pt x="2464236" y="87474"/>
                    <a:pt x="2460426" y="107794"/>
                    <a:pt x="2451536" y="119224"/>
                  </a:cubicBezTo>
                  <a:cubicBezTo>
                    <a:pt x="2443916" y="131924"/>
                    <a:pt x="2435026" y="139544"/>
                    <a:pt x="2413436" y="147164"/>
                  </a:cubicBezTo>
                  <a:cubicBezTo>
                    <a:pt x="2348666" y="167484"/>
                    <a:pt x="2098476" y="149704"/>
                    <a:pt x="1990526" y="158594"/>
                  </a:cubicBezTo>
                  <a:cubicBezTo>
                    <a:pt x="1924486" y="163674"/>
                    <a:pt x="1836856" y="191614"/>
                    <a:pt x="1830506" y="178914"/>
                  </a:cubicBezTo>
                  <a:cubicBezTo>
                    <a:pt x="1825426" y="167484"/>
                    <a:pt x="1876226" y="117954"/>
                    <a:pt x="1904166" y="109064"/>
                  </a:cubicBezTo>
                  <a:cubicBezTo>
                    <a:pt x="1929566" y="101444"/>
                    <a:pt x="1958776" y="112874"/>
                    <a:pt x="1987986" y="120494"/>
                  </a:cubicBezTo>
                  <a:cubicBezTo>
                    <a:pt x="2022276" y="129384"/>
                    <a:pt x="2041326" y="150974"/>
                    <a:pt x="2095936" y="161134"/>
                  </a:cubicBezTo>
                  <a:cubicBezTo>
                    <a:pt x="2254686" y="189074"/>
                    <a:pt x="2930326" y="143354"/>
                    <a:pt x="3035736" y="162404"/>
                  </a:cubicBezTo>
                  <a:cubicBezTo>
                    <a:pt x="3057326" y="166214"/>
                    <a:pt x="3064946" y="168754"/>
                    <a:pt x="3075106" y="176374"/>
                  </a:cubicBezTo>
                  <a:cubicBezTo>
                    <a:pt x="3083996" y="185264"/>
                    <a:pt x="3091616" y="200504"/>
                    <a:pt x="3094156" y="213204"/>
                  </a:cubicBezTo>
                  <a:cubicBezTo>
                    <a:pt x="3095426" y="225904"/>
                    <a:pt x="3091616" y="242414"/>
                    <a:pt x="3083996" y="253844"/>
                  </a:cubicBezTo>
                  <a:cubicBezTo>
                    <a:pt x="3076376" y="264004"/>
                    <a:pt x="3071296" y="270354"/>
                    <a:pt x="3049706" y="276704"/>
                  </a:cubicBezTo>
                  <a:cubicBezTo>
                    <a:pt x="2892226" y="326234"/>
                    <a:pt x="1105336" y="327504"/>
                    <a:pt x="936426" y="286864"/>
                  </a:cubicBezTo>
                  <a:cubicBezTo>
                    <a:pt x="912296" y="280514"/>
                    <a:pt x="905946" y="276704"/>
                    <a:pt x="897056" y="266544"/>
                  </a:cubicBezTo>
                  <a:cubicBezTo>
                    <a:pt x="888166" y="255114"/>
                    <a:pt x="881816" y="238604"/>
                    <a:pt x="881816" y="224634"/>
                  </a:cubicBezTo>
                  <a:cubicBezTo>
                    <a:pt x="881816" y="210664"/>
                    <a:pt x="888166" y="192884"/>
                    <a:pt x="897056" y="182724"/>
                  </a:cubicBezTo>
                  <a:cubicBezTo>
                    <a:pt x="905946" y="172564"/>
                    <a:pt x="917376" y="166214"/>
                    <a:pt x="936426" y="162404"/>
                  </a:cubicBezTo>
                  <a:cubicBezTo>
                    <a:pt x="974526" y="154784"/>
                    <a:pt x="1043106" y="180184"/>
                    <a:pt x="1115496" y="183994"/>
                  </a:cubicBezTo>
                  <a:cubicBezTo>
                    <a:pt x="1231066" y="191614"/>
                    <a:pt x="1399976" y="186534"/>
                    <a:pt x="1559996" y="183994"/>
                  </a:cubicBezTo>
                  <a:cubicBezTo>
                    <a:pt x="1749226" y="181454"/>
                    <a:pt x="2018466" y="176374"/>
                    <a:pt x="2175946" y="166214"/>
                  </a:cubicBezTo>
                  <a:cubicBezTo>
                    <a:pt x="2276276" y="158594"/>
                    <a:pt x="2333426" y="143354"/>
                    <a:pt x="2419786" y="139544"/>
                  </a:cubicBezTo>
                  <a:cubicBezTo>
                    <a:pt x="2516306" y="134464"/>
                    <a:pt x="2676326" y="129384"/>
                    <a:pt x="2727126" y="143354"/>
                  </a:cubicBezTo>
                  <a:cubicBezTo>
                    <a:pt x="2747446" y="148434"/>
                    <a:pt x="2756336" y="152244"/>
                    <a:pt x="2765226" y="163674"/>
                  </a:cubicBezTo>
                  <a:cubicBezTo>
                    <a:pt x="2774116" y="176374"/>
                    <a:pt x="2779196" y="203044"/>
                    <a:pt x="2775386" y="218284"/>
                  </a:cubicBezTo>
                  <a:cubicBezTo>
                    <a:pt x="2772846" y="232254"/>
                    <a:pt x="2762686" y="244954"/>
                    <a:pt x="2749986" y="252574"/>
                  </a:cubicBezTo>
                  <a:cubicBezTo>
                    <a:pt x="2734746" y="262734"/>
                    <a:pt x="2720776" y="261464"/>
                    <a:pt x="2685216" y="266544"/>
                  </a:cubicBezTo>
                  <a:cubicBezTo>
                    <a:pt x="2539166" y="288134"/>
                    <a:pt x="1726366" y="333854"/>
                    <a:pt x="1553646" y="365604"/>
                  </a:cubicBezTo>
                  <a:cubicBezTo>
                    <a:pt x="1501576" y="375764"/>
                    <a:pt x="1476176" y="396084"/>
                    <a:pt x="1453316" y="396084"/>
                  </a:cubicBezTo>
                  <a:cubicBezTo>
                    <a:pt x="1440616" y="396084"/>
                    <a:pt x="1432996" y="392274"/>
                    <a:pt x="1425376" y="387194"/>
                  </a:cubicBezTo>
                  <a:cubicBezTo>
                    <a:pt x="1415216" y="379574"/>
                    <a:pt x="1402516" y="366874"/>
                    <a:pt x="1399976" y="352904"/>
                  </a:cubicBezTo>
                  <a:cubicBezTo>
                    <a:pt x="1396166" y="337664"/>
                    <a:pt x="1399976" y="310994"/>
                    <a:pt x="1410136" y="298294"/>
                  </a:cubicBezTo>
                  <a:cubicBezTo>
                    <a:pt x="1420296" y="285594"/>
                    <a:pt x="1443156" y="275434"/>
                    <a:pt x="1460936" y="275434"/>
                  </a:cubicBezTo>
                  <a:cubicBezTo>
                    <a:pt x="1482526" y="276704"/>
                    <a:pt x="1495226" y="300834"/>
                    <a:pt x="1529516" y="309724"/>
                  </a:cubicBezTo>
                  <a:cubicBezTo>
                    <a:pt x="1618416" y="335124"/>
                    <a:pt x="1868606" y="331314"/>
                    <a:pt x="2031166" y="349094"/>
                  </a:cubicBezTo>
                  <a:cubicBezTo>
                    <a:pt x="2187376" y="365604"/>
                    <a:pt x="2429946" y="397354"/>
                    <a:pt x="2488366" y="412594"/>
                  </a:cubicBezTo>
                  <a:cubicBezTo>
                    <a:pt x="2502336" y="416404"/>
                    <a:pt x="2506146" y="416404"/>
                    <a:pt x="2513766" y="422754"/>
                  </a:cubicBezTo>
                  <a:cubicBezTo>
                    <a:pt x="2522656" y="430374"/>
                    <a:pt x="2535356" y="443074"/>
                    <a:pt x="2536626" y="455774"/>
                  </a:cubicBezTo>
                  <a:cubicBezTo>
                    <a:pt x="2540436" y="471014"/>
                    <a:pt x="2534086" y="496414"/>
                    <a:pt x="2523926" y="509114"/>
                  </a:cubicBezTo>
                  <a:cubicBezTo>
                    <a:pt x="2516306" y="519274"/>
                    <a:pt x="2508686" y="521814"/>
                    <a:pt x="2488366" y="528164"/>
                  </a:cubicBezTo>
                  <a:cubicBezTo>
                    <a:pt x="2417246" y="547214"/>
                    <a:pt x="2144196" y="539594"/>
                    <a:pt x="1972746" y="553564"/>
                  </a:cubicBezTo>
                  <a:cubicBezTo>
                    <a:pt x="1801296" y="568804"/>
                    <a:pt x="1529516" y="629764"/>
                    <a:pt x="1459666" y="614524"/>
                  </a:cubicBezTo>
                  <a:cubicBezTo>
                    <a:pt x="1440616" y="609444"/>
                    <a:pt x="1432996" y="603094"/>
                    <a:pt x="1424106" y="592934"/>
                  </a:cubicBezTo>
                  <a:cubicBezTo>
                    <a:pt x="1416486" y="582774"/>
                    <a:pt x="1411406" y="566264"/>
                    <a:pt x="1412676" y="553564"/>
                  </a:cubicBezTo>
                  <a:cubicBezTo>
                    <a:pt x="1412676" y="540864"/>
                    <a:pt x="1420296" y="524354"/>
                    <a:pt x="1429186" y="515464"/>
                  </a:cubicBezTo>
                  <a:cubicBezTo>
                    <a:pt x="1438076" y="506574"/>
                    <a:pt x="1444426" y="504034"/>
                    <a:pt x="1466016" y="498954"/>
                  </a:cubicBezTo>
                  <a:cubicBezTo>
                    <a:pt x="1567616" y="474824"/>
                    <a:pt x="2267386" y="434184"/>
                    <a:pt x="2368986" y="454504"/>
                  </a:cubicBezTo>
                  <a:cubicBezTo>
                    <a:pt x="2390576" y="458314"/>
                    <a:pt x="2398196" y="462124"/>
                    <a:pt x="2407086" y="471014"/>
                  </a:cubicBezTo>
                  <a:cubicBezTo>
                    <a:pt x="2415976" y="481174"/>
                    <a:pt x="2423596" y="496414"/>
                    <a:pt x="2423596" y="509114"/>
                  </a:cubicBezTo>
                  <a:cubicBezTo>
                    <a:pt x="2424866" y="521814"/>
                    <a:pt x="2419786" y="538324"/>
                    <a:pt x="2410896" y="548484"/>
                  </a:cubicBezTo>
                  <a:cubicBezTo>
                    <a:pt x="2403276" y="559914"/>
                    <a:pt x="2395656" y="564994"/>
                    <a:pt x="2375336" y="570074"/>
                  </a:cubicBezTo>
                  <a:cubicBezTo>
                    <a:pt x="2318186" y="585314"/>
                    <a:pt x="2149276" y="567534"/>
                    <a:pt x="2001956" y="561184"/>
                  </a:cubicBezTo>
                  <a:cubicBezTo>
                    <a:pt x="1786056" y="552294"/>
                    <a:pt x="1439346" y="519274"/>
                    <a:pt x="1208206" y="511654"/>
                  </a:cubicBezTo>
                  <a:cubicBezTo>
                    <a:pt x="1030406" y="505304"/>
                    <a:pt x="801806" y="529434"/>
                    <a:pt x="734496" y="507844"/>
                  </a:cubicBezTo>
                  <a:cubicBezTo>
                    <a:pt x="714176" y="500224"/>
                    <a:pt x="705286" y="492604"/>
                    <a:pt x="697666" y="481174"/>
                  </a:cubicBezTo>
                  <a:cubicBezTo>
                    <a:pt x="690046" y="468474"/>
                    <a:pt x="686236" y="450694"/>
                    <a:pt x="688776" y="436724"/>
                  </a:cubicBezTo>
                  <a:cubicBezTo>
                    <a:pt x="690046" y="422754"/>
                    <a:pt x="698936" y="407514"/>
                    <a:pt x="710366" y="397354"/>
                  </a:cubicBezTo>
                  <a:cubicBezTo>
                    <a:pt x="721796" y="387194"/>
                    <a:pt x="733226" y="384654"/>
                    <a:pt x="756086" y="378304"/>
                  </a:cubicBezTo>
                  <a:cubicBezTo>
                    <a:pt x="817046" y="361794"/>
                    <a:pt x="989766" y="357984"/>
                    <a:pt x="1111686" y="341474"/>
                  </a:cubicBezTo>
                  <a:cubicBezTo>
                    <a:pt x="1242496" y="323694"/>
                    <a:pt x="1443156" y="262734"/>
                    <a:pt x="1513006" y="274164"/>
                  </a:cubicBezTo>
                  <a:cubicBezTo>
                    <a:pt x="1538406" y="277974"/>
                    <a:pt x="1553646" y="288134"/>
                    <a:pt x="1563806" y="300834"/>
                  </a:cubicBezTo>
                  <a:cubicBezTo>
                    <a:pt x="1572696" y="312264"/>
                    <a:pt x="1575236" y="330044"/>
                    <a:pt x="1573966" y="342744"/>
                  </a:cubicBezTo>
                  <a:cubicBezTo>
                    <a:pt x="1572696" y="356714"/>
                    <a:pt x="1563806" y="373224"/>
                    <a:pt x="1553646" y="382114"/>
                  </a:cubicBezTo>
                  <a:cubicBezTo>
                    <a:pt x="1543486" y="391004"/>
                    <a:pt x="1537136" y="392274"/>
                    <a:pt x="1513006" y="397354"/>
                  </a:cubicBezTo>
                  <a:cubicBezTo>
                    <a:pt x="1388546" y="420214"/>
                    <a:pt x="523676" y="391004"/>
                    <a:pt x="305236" y="401164"/>
                  </a:cubicBezTo>
                  <a:cubicBezTo>
                    <a:pt x="223956" y="404974"/>
                    <a:pt x="171886" y="424024"/>
                    <a:pt x="137596" y="416404"/>
                  </a:cubicBezTo>
                  <a:cubicBezTo>
                    <a:pt x="119816" y="412594"/>
                    <a:pt x="108386" y="403704"/>
                    <a:pt x="100766" y="393544"/>
                  </a:cubicBezTo>
                  <a:cubicBezTo>
                    <a:pt x="91876" y="383384"/>
                    <a:pt x="86796" y="365604"/>
                    <a:pt x="88066" y="351634"/>
                  </a:cubicBezTo>
                  <a:cubicBezTo>
                    <a:pt x="88066" y="338934"/>
                    <a:pt x="95686" y="322424"/>
                    <a:pt x="105846" y="312264"/>
                  </a:cubicBezTo>
                  <a:cubicBezTo>
                    <a:pt x="114736" y="303374"/>
                    <a:pt x="122356" y="300834"/>
                    <a:pt x="145216" y="294484"/>
                  </a:cubicBezTo>
                  <a:cubicBezTo>
                    <a:pt x="241736" y="270354"/>
                    <a:pt x="775136" y="234794"/>
                    <a:pt x="954206" y="227174"/>
                  </a:cubicBezTo>
                  <a:cubicBezTo>
                    <a:pt x="1043106" y="223364"/>
                    <a:pt x="1118036" y="218284"/>
                    <a:pt x="1154866" y="227174"/>
                  </a:cubicBezTo>
                  <a:cubicBezTo>
                    <a:pt x="1168836" y="229714"/>
                    <a:pt x="1175186" y="233524"/>
                    <a:pt x="1182806" y="239874"/>
                  </a:cubicBezTo>
                  <a:cubicBezTo>
                    <a:pt x="1192966" y="250034"/>
                    <a:pt x="1203126" y="266544"/>
                    <a:pt x="1205666" y="280514"/>
                  </a:cubicBezTo>
                  <a:cubicBezTo>
                    <a:pt x="1208206" y="294484"/>
                    <a:pt x="1204396" y="313534"/>
                    <a:pt x="1196776" y="326234"/>
                  </a:cubicBezTo>
                  <a:cubicBezTo>
                    <a:pt x="1189156" y="338934"/>
                    <a:pt x="1180266" y="346554"/>
                    <a:pt x="1158676" y="354174"/>
                  </a:cubicBezTo>
                  <a:cubicBezTo>
                    <a:pt x="1102796" y="374494"/>
                    <a:pt x="922456" y="377034"/>
                    <a:pt x="800536" y="373224"/>
                  </a:cubicBezTo>
                  <a:cubicBezTo>
                    <a:pt x="673536" y="368144"/>
                    <a:pt x="538916" y="335124"/>
                    <a:pt x="413186" y="324964"/>
                  </a:cubicBezTo>
                  <a:cubicBezTo>
                    <a:pt x="293806" y="316074"/>
                    <a:pt x="122356" y="327504"/>
                    <a:pt x="62666" y="312264"/>
                  </a:cubicBezTo>
                  <a:cubicBezTo>
                    <a:pt x="39806" y="305914"/>
                    <a:pt x="28376" y="303374"/>
                    <a:pt x="18216" y="290674"/>
                  </a:cubicBezTo>
                  <a:cubicBezTo>
                    <a:pt x="6786" y="276704"/>
                    <a:pt x="-2104" y="247494"/>
                    <a:pt x="436" y="229714"/>
                  </a:cubicBezTo>
                  <a:cubicBezTo>
                    <a:pt x="2976" y="213204"/>
                    <a:pt x="14406" y="196694"/>
                    <a:pt x="27106" y="187804"/>
                  </a:cubicBezTo>
                  <a:cubicBezTo>
                    <a:pt x="38536" y="178914"/>
                    <a:pt x="74096" y="175104"/>
                    <a:pt x="74096" y="175104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158240" y="671512"/>
            <a:ext cx="4907280" cy="700088"/>
            <a:chOff x="0" y="0"/>
            <a:chExt cx="6543040" cy="9334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50800" y="50800"/>
              <a:ext cx="6440170" cy="831850"/>
            </a:xfrm>
            <a:custGeom>
              <a:avLst/>
              <a:gdLst/>
              <a:ahLst/>
              <a:cxnLst/>
              <a:rect r="r" b="b" t="t" l="l"/>
              <a:pathLst>
                <a:path h="831850" w="6440170">
                  <a:moveTo>
                    <a:pt x="0" y="511810"/>
                  </a:moveTo>
                  <a:cubicBezTo>
                    <a:pt x="0" y="511810"/>
                    <a:pt x="1270" y="506730"/>
                    <a:pt x="1270" y="502920"/>
                  </a:cubicBezTo>
                  <a:cubicBezTo>
                    <a:pt x="2540" y="500380"/>
                    <a:pt x="3810" y="494030"/>
                    <a:pt x="3810" y="494030"/>
                  </a:cubicBezTo>
                  <a:cubicBezTo>
                    <a:pt x="3810" y="494030"/>
                    <a:pt x="6350" y="488950"/>
                    <a:pt x="7620" y="486410"/>
                  </a:cubicBezTo>
                  <a:cubicBezTo>
                    <a:pt x="8890" y="483870"/>
                    <a:pt x="11430" y="478790"/>
                    <a:pt x="11430" y="478790"/>
                  </a:cubicBezTo>
                  <a:cubicBezTo>
                    <a:pt x="11430" y="478790"/>
                    <a:pt x="16510" y="473710"/>
                    <a:pt x="17780" y="471170"/>
                  </a:cubicBezTo>
                  <a:cubicBezTo>
                    <a:pt x="17780" y="468630"/>
                    <a:pt x="13970" y="463550"/>
                    <a:pt x="13970" y="463550"/>
                  </a:cubicBezTo>
                  <a:cubicBezTo>
                    <a:pt x="13970" y="463550"/>
                    <a:pt x="13970" y="457200"/>
                    <a:pt x="13970" y="454660"/>
                  </a:cubicBezTo>
                  <a:cubicBezTo>
                    <a:pt x="12700" y="452120"/>
                    <a:pt x="12700" y="445770"/>
                    <a:pt x="12700" y="445770"/>
                  </a:cubicBezTo>
                  <a:cubicBezTo>
                    <a:pt x="12700" y="445770"/>
                    <a:pt x="13970" y="439420"/>
                    <a:pt x="13970" y="436880"/>
                  </a:cubicBezTo>
                  <a:cubicBezTo>
                    <a:pt x="13970" y="433070"/>
                    <a:pt x="15240" y="427990"/>
                    <a:pt x="15240" y="427990"/>
                  </a:cubicBezTo>
                  <a:cubicBezTo>
                    <a:pt x="15240" y="427990"/>
                    <a:pt x="17780" y="421640"/>
                    <a:pt x="19050" y="419100"/>
                  </a:cubicBezTo>
                  <a:cubicBezTo>
                    <a:pt x="20320" y="416560"/>
                    <a:pt x="21590" y="411480"/>
                    <a:pt x="21590" y="411480"/>
                  </a:cubicBezTo>
                  <a:cubicBezTo>
                    <a:pt x="21590" y="410210"/>
                    <a:pt x="25400" y="406400"/>
                    <a:pt x="27940" y="403860"/>
                  </a:cubicBezTo>
                  <a:cubicBezTo>
                    <a:pt x="29210" y="401320"/>
                    <a:pt x="33020" y="396240"/>
                    <a:pt x="33020" y="396240"/>
                  </a:cubicBezTo>
                  <a:cubicBezTo>
                    <a:pt x="33020" y="396240"/>
                    <a:pt x="36830" y="392430"/>
                    <a:pt x="39370" y="389890"/>
                  </a:cubicBezTo>
                  <a:cubicBezTo>
                    <a:pt x="41910" y="388620"/>
                    <a:pt x="45720" y="384810"/>
                    <a:pt x="46990" y="384810"/>
                  </a:cubicBezTo>
                  <a:cubicBezTo>
                    <a:pt x="46990" y="384810"/>
                    <a:pt x="50800" y="383540"/>
                    <a:pt x="50800" y="382270"/>
                  </a:cubicBezTo>
                  <a:cubicBezTo>
                    <a:pt x="50800" y="381000"/>
                    <a:pt x="49530" y="378460"/>
                    <a:pt x="48260" y="377190"/>
                  </a:cubicBezTo>
                  <a:cubicBezTo>
                    <a:pt x="46990" y="374650"/>
                    <a:pt x="44450" y="369570"/>
                    <a:pt x="44450" y="369570"/>
                  </a:cubicBezTo>
                  <a:cubicBezTo>
                    <a:pt x="44450" y="369570"/>
                    <a:pt x="43180" y="364490"/>
                    <a:pt x="41910" y="361950"/>
                  </a:cubicBezTo>
                  <a:cubicBezTo>
                    <a:pt x="41910" y="359410"/>
                    <a:pt x="40640" y="353060"/>
                    <a:pt x="40640" y="353060"/>
                  </a:cubicBezTo>
                  <a:cubicBezTo>
                    <a:pt x="40640" y="353060"/>
                    <a:pt x="40640" y="347980"/>
                    <a:pt x="40640" y="345440"/>
                  </a:cubicBezTo>
                  <a:cubicBezTo>
                    <a:pt x="40640" y="342900"/>
                    <a:pt x="40640" y="336550"/>
                    <a:pt x="40640" y="336550"/>
                  </a:cubicBezTo>
                  <a:cubicBezTo>
                    <a:pt x="40640" y="336550"/>
                    <a:pt x="41910" y="331470"/>
                    <a:pt x="41910" y="328930"/>
                  </a:cubicBezTo>
                  <a:cubicBezTo>
                    <a:pt x="43180" y="326390"/>
                    <a:pt x="44450" y="321310"/>
                    <a:pt x="44450" y="321310"/>
                  </a:cubicBezTo>
                  <a:cubicBezTo>
                    <a:pt x="44450" y="320040"/>
                    <a:pt x="46990" y="316230"/>
                    <a:pt x="48260" y="313690"/>
                  </a:cubicBezTo>
                  <a:cubicBezTo>
                    <a:pt x="49530" y="311150"/>
                    <a:pt x="52070" y="306070"/>
                    <a:pt x="52070" y="306070"/>
                  </a:cubicBezTo>
                  <a:cubicBezTo>
                    <a:pt x="52070" y="306070"/>
                    <a:pt x="55880" y="302260"/>
                    <a:pt x="57150" y="299720"/>
                  </a:cubicBezTo>
                  <a:cubicBezTo>
                    <a:pt x="59690" y="297180"/>
                    <a:pt x="62230" y="293370"/>
                    <a:pt x="63500" y="293370"/>
                  </a:cubicBezTo>
                  <a:cubicBezTo>
                    <a:pt x="63500" y="293370"/>
                    <a:pt x="67310" y="290830"/>
                    <a:pt x="69850" y="288290"/>
                  </a:cubicBezTo>
                  <a:cubicBezTo>
                    <a:pt x="72390" y="287020"/>
                    <a:pt x="76200" y="284480"/>
                    <a:pt x="76200" y="284480"/>
                  </a:cubicBezTo>
                  <a:cubicBezTo>
                    <a:pt x="76200" y="284480"/>
                    <a:pt x="81280" y="281940"/>
                    <a:pt x="83820" y="280670"/>
                  </a:cubicBezTo>
                  <a:cubicBezTo>
                    <a:pt x="87630" y="280670"/>
                    <a:pt x="92710" y="278130"/>
                    <a:pt x="92710" y="278130"/>
                  </a:cubicBezTo>
                  <a:cubicBezTo>
                    <a:pt x="92710" y="278130"/>
                    <a:pt x="97790" y="278130"/>
                    <a:pt x="100330" y="276860"/>
                  </a:cubicBezTo>
                  <a:cubicBezTo>
                    <a:pt x="102870" y="276860"/>
                    <a:pt x="109220" y="275590"/>
                    <a:pt x="109220" y="276860"/>
                  </a:cubicBezTo>
                  <a:cubicBezTo>
                    <a:pt x="109220" y="275590"/>
                    <a:pt x="140970" y="250190"/>
                    <a:pt x="138430" y="245110"/>
                  </a:cubicBezTo>
                  <a:cubicBezTo>
                    <a:pt x="137160" y="241300"/>
                    <a:pt x="115570" y="241300"/>
                    <a:pt x="115570" y="241300"/>
                  </a:cubicBezTo>
                  <a:cubicBezTo>
                    <a:pt x="115570" y="241300"/>
                    <a:pt x="109220" y="241300"/>
                    <a:pt x="106680" y="241300"/>
                  </a:cubicBezTo>
                  <a:cubicBezTo>
                    <a:pt x="104140" y="241300"/>
                    <a:pt x="97790" y="241300"/>
                    <a:pt x="97790" y="241300"/>
                  </a:cubicBezTo>
                  <a:cubicBezTo>
                    <a:pt x="97790" y="241300"/>
                    <a:pt x="92710" y="240030"/>
                    <a:pt x="90170" y="238760"/>
                  </a:cubicBezTo>
                  <a:cubicBezTo>
                    <a:pt x="87630" y="238760"/>
                    <a:pt x="82550" y="237490"/>
                    <a:pt x="81280" y="237490"/>
                  </a:cubicBezTo>
                  <a:cubicBezTo>
                    <a:pt x="81280" y="237490"/>
                    <a:pt x="76200" y="234950"/>
                    <a:pt x="74930" y="233680"/>
                  </a:cubicBezTo>
                  <a:cubicBezTo>
                    <a:pt x="72390" y="232410"/>
                    <a:pt x="67310" y="229870"/>
                    <a:pt x="67310" y="229870"/>
                  </a:cubicBezTo>
                  <a:cubicBezTo>
                    <a:pt x="67310" y="229870"/>
                    <a:pt x="62230" y="226060"/>
                    <a:pt x="60960" y="223520"/>
                  </a:cubicBezTo>
                  <a:cubicBezTo>
                    <a:pt x="58420" y="222250"/>
                    <a:pt x="54610" y="218440"/>
                    <a:pt x="54610" y="218440"/>
                  </a:cubicBezTo>
                  <a:cubicBezTo>
                    <a:pt x="53340" y="218440"/>
                    <a:pt x="50800" y="213360"/>
                    <a:pt x="49530" y="210820"/>
                  </a:cubicBezTo>
                  <a:cubicBezTo>
                    <a:pt x="46990" y="209550"/>
                    <a:pt x="44450" y="204470"/>
                    <a:pt x="44450" y="204470"/>
                  </a:cubicBezTo>
                  <a:cubicBezTo>
                    <a:pt x="44450" y="204470"/>
                    <a:pt x="41910" y="199390"/>
                    <a:pt x="40640" y="196850"/>
                  </a:cubicBezTo>
                  <a:cubicBezTo>
                    <a:pt x="40640" y="194310"/>
                    <a:pt x="38100" y="189230"/>
                    <a:pt x="38100" y="189230"/>
                  </a:cubicBezTo>
                  <a:cubicBezTo>
                    <a:pt x="38100" y="187960"/>
                    <a:pt x="36830" y="182880"/>
                    <a:pt x="36830" y="180340"/>
                  </a:cubicBezTo>
                  <a:cubicBezTo>
                    <a:pt x="36830" y="177800"/>
                    <a:pt x="35560" y="171450"/>
                    <a:pt x="35560" y="171450"/>
                  </a:cubicBezTo>
                  <a:cubicBezTo>
                    <a:pt x="35560" y="171450"/>
                    <a:pt x="36830" y="166370"/>
                    <a:pt x="36830" y="163830"/>
                  </a:cubicBezTo>
                  <a:cubicBezTo>
                    <a:pt x="36830" y="161290"/>
                    <a:pt x="38100" y="154940"/>
                    <a:pt x="38100" y="154940"/>
                  </a:cubicBezTo>
                  <a:cubicBezTo>
                    <a:pt x="38100" y="154940"/>
                    <a:pt x="39370" y="149860"/>
                    <a:pt x="40640" y="147320"/>
                  </a:cubicBezTo>
                  <a:cubicBezTo>
                    <a:pt x="41910" y="144780"/>
                    <a:pt x="43180" y="139700"/>
                    <a:pt x="43180" y="139700"/>
                  </a:cubicBezTo>
                  <a:cubicBezTo>
                    <a:pt x="43180" y="139700"/>
                    <a:pt x="46990" y="134620"/>
                    <a:pt x="48260" y="132080"/>
                  </a:cubicBezTo>
                  <a:cubicBezTo>
                    <a:pt x="49530" y="129540"/>
                    <a:pt x="53340" y="125730"/>
                    <a:pt x="53340" y="125730"/>
                  </a:cubicBezTo>
                  <a:cubicBezTo>
                    <a:pt x="53340" y="125730"/>
                    <a:pt x="57150" y="121920"/>
                    <a:pt x="59690" y="119380"/>
                  </a:cubicBezTo>
                  <a:cubicBezTo>
                    <a:pt x="60960" y="118110"/>
                    <a:pt x="66040" y="114300"/>
                    <a:pt x="66040" y="114300"/>
                  </a:cubicBezTo>
                  <a:cubicBezTo>
                    <a:pt x="66040" y="114300"/>
                    <a:pt x="71120" y="111760"/>
                    <a:pt x="73660" y="110490"/>
                  </a:cubicBezTo>
                  <a:cubicBezTo>
                    <a:pt x="76200" y="107950"/>
                    <a:pt x="80010" y="105410"/>
                    <a:pt x="81280" y="105410"/>
                  </a:cubicBezTo>
                  <a:cubicBezTo>
                    <a:pt x="81280" y="105410"/>
                    <a:pt x="86360" y="104140"/>
                    <a:pt x="88900" y="104140"/>
                  </a:cubicBezTo>
                  <a:cubicBezTo>
                    <a:pt x="91440" y="102870"/>
                    <a:pt x="92710" y="102870"/>
                    <a:pt x="96520" y="101600"/>
                  </a:cubicBezTo>
                  <a:cubicBezTo>
                    <a:pt x="105410" y="99060"/>
                    <a:pt x="134620" y="93980"/>
                    <a:pt x="138430" y="88900"/>
                  </a:cubicBezTo>
                  <a:cubicBezTo>
                    <a:pt x="140970" y="86360"/>
                    <a:pt x="139700" y="83820"/>
                    <a:pt x="139700" y="81280"/>
                  </a:cubicBezTo>
                  <a:cubicBezTo>
                    <a:pt x="140970" y="78740"/>
                    <a:pt x="140970" y="72390"/>
                    <a:pt x="142240" y="72390"/>
                  </a:cubicBezTo>
                  <a:cubicBezTo>
                    <a:pt x="142240" y="72390"/>
                    <a:pt x="143510" y="67310"/>
                    <a:pt x="144780" y="63500"/>
                  </a:cubicBezTo>
                  <a:cubicBezTo>
                    <a:pt x="146050" y="60960"/>
                    <a:pt x="148590" y="55880"/>
                    <a:pt x="148590" y="55880"/>
                  </a:cubicBezTo>
                  <a:cubicBezTo>
                    <a:pt x="148590" y="55880"/>
                    <a:pt x="152400" y="50800"/>
                    <a:pt x="154940" y="48260"/>
                  </a:cubicBezTo>
                  <a:cubicBezTo>
                    <a:pt x="156210" y="45720"/>
                    <a:pt x="160020" y="41910"/>
                    <a:pt x="160020" y="41910"/>
                  </a:cubicBezTo>
                  <a:cubicBezTo>
                    <a:pt x="160020" y="40640"/>
                    <a:pt x="165100" y="38100"/>
                    <a:pt x="167640" y="35560"/>
                  </a:cubicBezTo>
                  <a:cubicBezTo>
                    <a:pt x="168910" y="34290"/>
                    <a:pt x="173990" y="30480"/>
                    <a:pt x="173990" y="30480"/>
                  </a:cubicBezTo>
                  <a:cubicBezTo>
                    <a:pt x="173990" y="30480"/>
                    <a:pt x="180340" y="27940"/>
                    <a:pt x="182880" y="26670"/>
                  </a:cubicBezTo>
                  <a:cubicBezTo>
                    <a:pt x="185420" y="25400"/>
                    <a:pt x="190500" y="22860"/>
                    <a:pt x="190500" y="22860"/>
                  </a:cubicBezTo>
                  <a:cubicBezTo>
                    <a:pt x="190500" y="22860"/>
                    <a:pt x="196850" y="21590"/>
                    <a:pt x="199390" y="20320"/>
                  </a:cubicBezTo>
                  <a:cubicBezTo>
                    <a:pt x="203200" y="20320"/>
                    <a:pt x="204470" y="20320"/>
                    <a:pt x="208280" y="19050"/>
                  </a:cubicBezTo>
                  <a:cubicBezTo>
                    <a:pt x="215900" y="16510"/>
                    <a:pt x="236220" y="2540"/>
                    <a:pt x="238760" y="5080"/>
                  </a:cubicBezTo>
                  <a:cubicBezTo>
                    <a:pt x="240030" y="6350"/>
                    <a:pt x="234950" y="12700"/>
                    <a:pt x="236220" y="13970"/>
                  </a:cubicBezTo>
                  <a:cubicBezTo>
                    <a:pt x="236220" y="13970"/>
                    <a:pt x="236220" y="12700"/>
                    <a:pt x="237490" y="12700"/>
                  </a:cubicBezTo>
                  <a:cubicBezTo>
                    <a:pt x="238760" y="11430"/>
                    <a:pt x="243840" y="7620"/>
                    <a:pt x="245110" y="7620"/>
                  </a:cubicBezTo>
                  <a:cubicBezTo>
                    <a:pt x="245110" y="7620"/>
                    <a:pt x="250190" y="6350"/>
                    <a:pt x="252730" y="5080"/>
                  </a:cubicBezTo>
                  <a:cubicBezTo>
                    <a:pt x="255270" y="3810"/>
                    <a:pt x="261620" y="1270"/>
                    <a:pt x="261620" y="1270"/>
                  </a:cubicBezTo>
                  <a:cubicBezTo>
                    <a:pt x="261620" y="1270"/>
                    <a:pt x="267970" y="1270"/>
                    <a:pt x="270510" y="1270"/>
                  </a:cubicBezTo>
                  <a:cubicBezTo>
                    <a:pt x="273050" y="0"/>
                    <a:pt x="279400" y="0"/>
                    <a:pt x="279400" y="0"/>
                  </a:cubicBezTo>
                  <a:cubicBezTo>
                    <a:pt x="279400" y="0"/>
                    <a:pt x="285750" y="1270"/>
                    <a:pt x="288290" y="1270"/>
                  </a:cubicBezTo>
                  <a:cubicBezTo>
                    <a:pt x="290830" y="1270"/>
                    <a:pt x="297180" y="2540"/>
                    <a:pt x="297180" y="2540"/>
                  </a:cubicBezTo>
                  <a:cubicBezTo>
                    <a:pt x="297180" y="2540"/>
                    <a:pt x="302260" y="5080"/>
                    <a:pt x="304800" y="6350"/>
                  </a:cubicBezTo>
                  <a:cubicBezTo>
                    <a:pt x="308610" y="7620"/>
                    <a:pt x="313690" y="8890"/>
                    <a:pt x="313690" y="8890"/>
                  </a:cubicBezTo>
                  <a:cubicBezTo>
                    <a:pt x="313690" y="8890"/>
                    <a:pt x="318770" y="12700"/>
                    <a:pt x="321310" y="15240"/>
                  </a:cubicBezTo>
                  <a:cubicBezTo>
                    <a:pt x="322580" y="16510"/>
                    <a:pt x="327660" y="20320"/>
                    <a:pt x="327660" y="20320"/>
                  </a:cubicBezTo>
                  <a:cubicBezTo>
                    <a:pt x="327660" y="20320"/>
                    <a:pt x="332740" y="26670"/>
                    <a:pt x="334010" y="26670"/>
                  </a:cubicBezTo>
                  <a:cubicBezTo>
                    <a:pt x="336550" y="27940"/>
                    <a:pt x="367030" y="26670"/>
                    <a:pt x="388620" y="26670"/>
                  </a:cubicBezTo>
                  <a:cubicBezTo>
                    <a:pt x="419100" y="26670"/>
                    <a:pt x="472440" y="25400"/>
                    <a:pt x="497840" y="25400"/>
                  </a:cubicBezTo>
                  <a:cubicBezTo>
                    <a:pt x="511810" y="25400"/>
                    <a:pt x="529590" y="25400"/>
                    <a:pt x="529590" y="25400"/>
                  </a:cubicBezTo>
                  <a:cubicBezTo>
                    <a:pt x="529590" y="25400"/>
                    <a:pt x="535940" y="25400"/>
                    <a:pt x="538480" y="25400"/>
                  </a:cubicBezTo>
                  <a:cubicBezTo>
                    <a:pt x="542290" y="26670"/>
                    <a:pt x="548640" y="26670"/>
                    <a:pt x="548640" y="26670"/>
                  </a:cubicBezTo>
                  <a:cubicBezTo>
                    <a:pt x="548640" y="26670"/>
                    <a:pt x="553720" y="29210"/>
                    <a:pt x="557530" y="30480"/>
                  </a:cubicBezTo>
                  <a:cubicBezTo>
                    <a:pt x="560070" y="31750"/>
                    <a:pt x="566420" y="34290"/>
                    <a:pt x="566420" y="34290"/>
                  </a:cubicBezTo>
                  <a:cubicBezTo>
                    <a:pt x="566420" y="34290"/>
                    <a:pt x="571500" y="38100"/>
                    <a:pt x="574040" y="39370"/>
                  </a:cubicBezTo>
                  <a:cubicBezTo>
                    <a:pt x="576580" y="40640"/>
                    <a:pt x="581660" y="44450"/>
                    <a:pt x="581660" y="44450"/>
                  </a:cubicBezTo>
                  <a:cubicBezTo>
                    <a:pt x="581660" y="44450"/>
                    <a:pt x="586740" y="49530"/>
                    <a:pt x="588010" y="52070"/>
                  </a:cubicBezTo>
                  <a:cubicBezTo>
                    <a:pt x="590550" y="54610"/>
                    <a:pt x="594360" y="59690"/>
                    <a:pt x="594360" y="59690"/>
                  </a:cubicBezTo>
                  <a:cubicBezTo>
                    <a:pt x="594360" y="59690"/>
                    <a:pt x="598170" y="64770"/>
                    <a:pt x="599440" y="67310"/>
                  </a:cubicBezTo>
                  <a:cubicBezTo>
                    <a:pt x="600710" y="71120"/>
                    <a:pt x="603250" y="76200"/>
                    <a:pt x="603250" y="76200"/>
                  </a:cubicBezTo>
                  <a:cubicBezTo>
                    <a:pt x="603250" y="76200"/>
                    <a:pt x="604520" y="82550"/>
                    <a:pt x="605790" y="85090"/>
                  </a:cubicBezTo>
                  <a:cubicBezTo>
                    <a:pt x="607060" y="88900"/>
                    <a:pt x="608330" y="95250"/>
                    <a:pt x="608330" y="95250"/>
                  </a:cubicBezTo>
                  <a:cubicBezTo>
                    <a:pt x="608330" y="95250"/>
                    <a:pt x="608330" y="101600"/>
                    <a:pt x="608330" y="104140"/>
                  </a:cubicBezTo>
                  <a:cubicBezTo>
                    <a:pt x="608330" y="107950"/>
                    <a:pt x="608330" y="114300"/>
                    <a:pt x="608330" y="114300"/>
                  </a:cubicBezTo>
                  <a:cubicBezTo>
                    <a:pt x="608330" y="114300"/>
                    <a:pt x="605790" y="121920"/>
                    <a:pt x="605790" y="123190"/>
                  </a:cubicBezTo>
                  <a:cubicBezTo>
                    <a:pt x="605790" y="124460"/>
                    <a:pt x="604520" y="125730"/>
                    <a:pt x="605790" y="125730"/>
                  </a:cubicBezTo>
                  <a:cubicBezTo>
                    <a:pt x="609600" y="132080"/>
                    <a:pt x="689610" y="128270"/>
                    <a:pt x="737870" y="128270"/>
                  </a:cubicBezTo>
                  <a:cubicBezTo>
                    <a:pt x="800100" y="129540"/>
                    <a:pt x="887730" y="130810"/>
                    <a:pt x="944880" y="132080"/>
                  </a:cubicBezTo>
                  <a:cubicBezTo>
                    <a:pt x="986790" y="132080"/>
                    <a:pt x="1052830" y="130810"/>
                    <a:pt x="1052830" y="130810"/>
                  </a:cubicBezTo>
                  <a:cubicBezTo>
                    <a:pt x="1054100" y="130810"/>
                    <a:pt x="1059180" y="132080"/>
                    <a:pt x="1061720" y="132080"/>
                  </a:cubicBezTo>
                  <a:cubicBezTo>
                    <a:pt x="1064260" y="132080"/>
                    <a:pt x="1069340" y="133350"/>
                    <a:pt x="1069340" y="133350"/>
                  </a:cubicBezTo>
                  <a:cubicBezTo>
                    <a:pt x="1069340" y="133350"/>
                    <a:pt x="1074420" y="134620"/>
                    <a:pt x="1076960" y="135890"/>
                  </a:cubicBezTo>
                  <a:cubicBezTo>
                    <a:pt x="1079500" y="137160"/>
                    <a:pt x="1083310" y="138430"/>
                    <a:pt x="1084580" y="138430"/>
                  </a:cubicBezTo>
                  <a:cubicBezTo>
                    <a:pt x="1084580" y="138430"/>
                    <a:pt x="1088390" y="140970"/>
                    <a:pt x="1090930" y="143510"/>
                  </a:cubicBezTo>
                  <a:cubicBezTo>
                    <a:pt x="1092200" y="144780"/>
                    <a:pt x="1097280" y="147320"/>
                    <a:pt x="1097280" y="147320"/>
                  </a:cubicBezTo>
                  <a:cubicBezTo>
                    <a:pt x="1097280" y="147320"/>
                    <a:pt x="1101090" y="151130"/>
                    <a:pt x="1102360" y="153670"/>
                  </a:cubicBezTo>
                  <a:cubicBezTo>
                    <a:pt x="1103630" y="154940"/>
                    <a:pt x="1107440" y="158750"/>
                    <a:pt x="1107440" y="158750"/>
                  </a:cubicBezTo>
                  <a:cubicBezTo>
                    <a:pt x="1107440" y="160020"/>
                    <a:pt x="1107440" y="160020"/>
                    <a:pt x="1107440" y="160020"/>
                  </a:cubicBezTo>
                  <a:cubicBezTo>
                    <a:pt x="1107440" y="160020"/>
                    <a:pt x="1109980" y="163830"/>
                    <a:pt x="1111250" y="166370"/>
                  </a:cubicBezTo>
                  <a:cubicBezTo>
                    <a:pt x="1112520" y="168910"/>
                    <a:pt x="1112520" y="170180"/>
                    <a:pt x="1113790" y="172720"/>
                  </a:cubicBezTo>
                  <a:cubicBezTo>
                    <a:pt x="1121410" y="176530"/>
                    <a:pt x="1146810" y="172720"/>
                    <a:pt x="1176020" y="173990"/>
                  </a:cubicBezTo>
                  <a:cubicBezTo>
                    <a:pt x="1248410" y="175260"/>
                    <a:pt x="1540510" y="184150"/>
                    <a:pt x="1550670" y="176530"/>
                  </a:cubicBezTo>
                  <a:cubicBezTo>
                    <a:pt x="1550670" y="176530"/>
                    <a:pt x="1550670" y="175260"/>
                    <a:pt x="1550670" y="175260"/>
                  </a:cubicBezTo>
                  <a:cubicBezTo>
                    <a:pt x="1550670" y="175260"/>
                    <a:pt x="1553210" y="171450"/>
                    <a:pt x="1554480" y="168910"/>
                  </a:cubicBezTo>
                  <a:cubicBezTo>
                    <a:pt x="1554480" y="166370"/>
                    <a:pt x="1557020" y="162560"/>
                    <a:pt x="1557020" y="162560"/>
                  </a:cubicBezTo>
                  <a:cubicBezTo>
                    <a:pt x="1557020" y="162560"/>
                    <a:pt x="1560830" y="158750"/>
                    <a:pt x="1562100" y="157480"/>
                  </a:cubicBezTo>
                  <a:cubicBezTo>
                    <a:pt x="1563370" y="154940"/>
                    <a:pt x="1567180" y="151130"/>
                    <a:pt x="1567180" y="151130"/>
                  </a:cubicBezTo>
                  <a:cubicBezTo>
                    <a:pt x="1567180" y="151130"/>
                    <a:pt x="1570990" y="148590"/>
                    <a:pt x="1573530" y="147320"/>
                  </a:cubicBezTo>
                  <a:cubicBezTo>
                    <a:pt x="1574800" y="146050"/>
                    <a:pt x="1578610" y="143510"/>
                    <a:pt x="1578610" y="143510"/>
                  </a:cubicBezTo>
                  <a:cubicBezTo>
                    <a:pt x="1578610" y="143510"/>
                    <a:pt x="1583690" y="140970"/>
                    <a:pt x="1586230" y="140970"/>
                  </a:cubicBezTo>
                  <a:cubicBezTo>
                    <a:pt x="1587500" y="139700"/>
                    <a:pt x="1592580" y="138430"/>
                    <a:pt x="1592580" y="138430"/>
                  </a:cubicBezTo>
                  <a:cubicBezTo>
                    <a:pt x="1592580" y="138430"/>
                    <a:pt x="1597660" y="137160"/>
                    <a:pt x="1600200" y="137160"/>
                  </a:cubicBezTo>
                  <a:cubicBezTo>
                    <a:pt x="1602740" y="137160"/>
                    <a:pt x="1606550" y="135890"/>
                    <a:pt x="1607820" y="135890"/>
                  </a:cubicBezTo>
                  <a:cubicBezTo>
                    <a:pt x="1607820" y="135890"/>
                    <a:pt x="1699260" y="137160"/>
                    <a:pt x="1757680" y="138430"/>
                  </a:cubicBezTo>
                  <a:cubicBezTo>
                    <a:pt x="1838960" y="138430"/>
                    <a:pt x="1938020" y="137160"/>
                    <a:pt x="2054860" y="137160"/>
                  </a:cubicBezTo>
                  <a:cubicBezTo>
                    <a:pt x="2225040" y="137160"/>
                    <a:pt x="2465070" y="137160"/>
                    <a:pt x="2682240" y="135890"/>
                  </a:cubicBezTo>
                  <a:cubicBezTo>
                    <a:pt x="2915920" y="135890"/>
                    <a:pt x="3220720" y="135890"/>
                    <a:pt x="3408680" y="135890"/>
                  </a:cubicBezTo>
                  <a:cubicBezTo>
                    <a:pt x="3528060" y="135890"/>
                    <a:pt x="3699510" y="142240"/>
                    <a:pt x="3700780" y="135890"/>
                  </a:cubicBezTo>
                  <a:cubicBezTo>
                    <a:pt x="3700780" y="135890"/>
                    <a:pt x="3698240" y="134620"/>
                    <a:pt x="3698240" y="134620"/>
                  </a:cubicBezTo>
                  <a:cubicBezTo>
                    <a:pt x="3698240" y="134620"/>
                    <a:pt x="3694430" y="129540"/>
                    <a:pt x="3691890" y="128270"/>
                  </a:cubicBezTo>
                  <a:cubicBezTo>
                    <a:pt x="3690620" y="125730"/>
                    <a:pt x="3686810" y="121920"/>
                    <a:pt x="3686810" y="121920"/>
                  </a:cubicBezTo>
                  <a:cubicBezTo>
                    <a:pt x="3686810" y="121920"/>
                    <a:pt x="3684270" y="116840"/>
                    <a:pt x="3683000" y="114300"/>
                  </a:cubicBezTo>
                  <a:cubicBezTo>
                    <a:pt x="3681730" y="111760"/>
                    <a:pt x="3679190" y="106680"/>
                    <a:pt x="3679190" y="106680"/>
                  </a:cubicBezTo>
                  <a:cubicBezTo>
                    <a:pt x="3679190" y="106680"/>
                    <a:pt x="3677920" y="101600"/>
                    <a:pt x="3676650" y="97790"/>
                  </a:cubicBezTo>
                  <a:cubicBezTo>
                    <a:pt x="3676650" y="95250"/>
                    <a:pt x="3674110" y="90170"/>
                    <a:pt x="3674110" y="90170"/>
                  </a:cubicBezTo>
                  <a:cubicBezTo>
                    <a:pt x="3674110" y="90170"/>
                    <a:pt x="3674110" y="83820"/>
                    <a:pt x="3674110" y="81280"/>
                  </a:cubicBezTo>
                  <a:cubicBezTo>
                    <a:pt x="3674110" y="78740"/>
                    <a:pt x="3674110" y="72390"/>
                    <a:pt x="3674110" y="72390"/>
                  </a:cubicBezTo>
                  <a:cubicBezTo>
                    <a:pt x="3674110" y="72390"/>
                    <a:pt x="3676650" y="67310"/>
                    <a:pt x="3676650" y="64770"/>
                  </a:cubicBezTo>
                  <a:cubicBezTo>
                    <a:pt x="3677920" y="62230"/>
                    <a:pt x="3679190" y="55880"/>
                    <a:pt x="3679190" y="55880"/>
                  </a:cubicBezTo>
                  <a:cubicBezTo>
                    <a:pt x="3679190" y="55880"/>
                    <a:pt x="3681730" y="50800"/>
                    <a:pt x="3683000" y="48260"/>
                  </a:cubicBezTo>
                  <a:cubicBezTo>
                    <a:pt x="3684270" y="45720"/>
                    <a:pt x="3686810" y="41910"/>
                    <a:pt x="3686810" y="40640"/>
                  </a:cubicBezTo>
                  <a:cubicBezTo>
                    <a:pt x="3686810" y="40640"/>
                    <a:pt x="3690620" y="36830"/>
                    <a:pt x="3691890" y="34290"/>
                  </a:cubicBezTo>
                  <a:cubicBezTo>
                    <a:pt x="3694430" y="33020"/>
                    <a:pt x="3698240" y="27940"/>
                    <a:pt x="3698240" y="27940"/>
                  </a:cubicBezTo>
                  <a:cubicBezTo>
                    <a:pt x="3698240" y="27940"/>
                    <a:pt x="3702050" y="25400"/>
                    <a:pt x="3704590" y="24130"/>
                  </a:cubicBezTo>
                  <a:cubicBezTo>
                    <a:pt x="3707130" y="21590"/>
                    <a:pt x="3712210" y="19050"/>
                    <a:pt x="3712210" y="19050"/>
                  </a:cubicBezTo>
                  <a:cubicBezTo>
                    <a:pt x="3712210" y="19050"/>
                    <a:pt x="3717290" y="16510"/>
                    <a:pt x="3719830" y="15240"/>
                  </a:cubicBezTo>
                  <a:cubicBezTo>
                    <a:pt x="3722370" y="15240"/>
                    <a:pt x="3727450" y="12700"/>
                    <a:pt x="3727450" y="12700"/>
                  </a:cubicBezTo>
                  <a:cubicBezTo>
                    <a:pt x="3728720" y="12700"/>
                    <a:pt x="3733800" y="11430"/>
                    <a:pt x="3736340" y="11430"/>
                  </a:cubicBezTo>
                  <a:cubicBezTo>
                    <a:pt x="3738880" y="11430"/>
                    <a:pt x="3745230" y="10160"/>
                    <a:pt x="3745230" y="10160"/>
                  </a:cubicBezTo>
                  <a:cubicBezTo>
                    <a:pt x="3745230" y="10160"/>
                    <a:pt x="3782060" y="11430"/>
                    <a:pt x="3803650" y="12700"/>
                  </a:cubicBezTo>
                  <a:cubicBezTo>
                    <a:pt x="3829050" y="12700"/>
                    <a:pt x="3856990" y="12700"/>
                    <a:pt x="3890010" y="12700"/>
                  </a:cubicBezTo>
                  <a:cubicBezTo>
                    <a:pt x="3933190" y="12700"/>
                    <a:pt x="4039870" y="12700"/>
                    <a:pt x="4039870" y="12700"/>
                  </a:cubicBezTo>
                  <a:cubicBezTo>
                    <a:pt x="4039870" y="12700"/>
                    <a:pt x="4046220" y="13970"/>
                    <a:pt x="4048760" y="13970"/>
                  </a:cubicBezTo>
                  <a:cubicBezTo>
                    <a:pt x="4051300" y="13970"/>
                    <a:pt x="4056380" y="15240"/>
                    <a:pt x="4056380" y="15240"/>
                  </a:cubicBezTo>
                  <a:cubicBezTo>
                    <a:pt x="4056380" y="15240"/>
                    <a:pt x="4061460" y="16510"/>
                    <a:pt x="4064000" y="17780"/>
                  </a:cubicBezTo>
                  <a:cubicBezTo>
                    <a:pt x="4066540" y="19050"/>
                    <a:pt x="4071620" y="20320"/>
                    <a:pt x="4071620" y="20320"/>
                  </a:cubicBezTo>
                  <a:cubicBezTo>
                    <a:pt x="4071620" y="20320"/>
                    <a:pt x="4076700" y="24130"/>
                    <a:pt x="4079240" y="25400"/>
                  </a:cubicBezTo>
                  <a:cubicBezTo>
                    <a:pt x="4080510" y="26670"/>
                    <a:pt x="4081780" y="27940"/>
                    <a:pt x="4084320" y="29210"/>
                  </a:cubicBezTo>
                  <a:cubicBezTo>
                    <a:pt x="4098290" y="34290"/>
                    <a:pt x="4144010" y="30480"/>
                    <a:pt x="4187190" y="33020"/>
                  </a:cubicBezTo>
                  <a:cubicBezTo>
                    <a:pt x="4264660" y="38100"/>
                    <a:pt x="4509770" y="64770"/>
                    <a:pt x="4511040" y="64770"/>
                  </a:cubicBezTo>
                  <a:cubicBezTo>
                    <a:pt x="4511040" y="64770"/>
                    <a:pt x="4516120" y="64770"/>
                    <a:pt x="4518660" y="66040"/>
                  </a:cubicBezTo>
                  <a:cubicBezTo>
                    <a:pt x="4521200" y="66040"/>
                    <a:pt x="4525010" y="66040"/>
                    <a:pt x="4525010" y="66040"/>
                  </a:cubicBezTo>
                  <a:cubicBezTo>
                    <a:pt x="4526280" y="66040"/>
                    <a:pt x="4530090" y="68580"/>
                    <a:pt x="4532630" y="68580"/>
                  </a:cubicBezTo>
                  <a:cubicBezTo>
                    <a:pt x="4535170" y="69850"/>
                    <a:pt x="4540250" y="71120"/>
                    <a:pt x="4540250" y="71120"/>
                  </a:cubicBezTo>
                  <a:cubicBezTo>
                    <a:pt x="4540250" y="71120"/>
                    <a:pt x="4544060" y="74930"/>
                    <a:pt x="4546600" y="76200"/>
                  </a:cubicBezTo>
                  <a:cubicBezTo>
                    <a:pt x="4547870" y="77470"/>
                    <a:pt x="4552950" y="80010"/>
                    <a:pt x="4552950" y="80010"/>
                  </a:cubicBezTo>
                  <a:cubicBezTo>
                    <a:pt x="4552950" y="80010"/>
                    <a:pt x="4555490" y="83820"/>
                    <a:pt x="4558030" y="86360"/>
                  </a:cubicBezTo>
                  <a:cubicBezTo>
                    <a:pt x="4559300" y="87630"/>
                    <a:pt x="4563110" y="91440"/>
                    <a:pt x="4563110" y="91440"/>
                  </a:cubicBezTo>
                  <a:cubicBezTo>
                    <a:pt x="4563110" y="91440"/>
                    <a:pt x="4565650" y="96520"/>
                    <a:pt x="4566920" y="97790"/>
                  </a:cubicBezTo>
                  <a:cubicBezTo>
                    <a:pt x="4568190" y="100330"/>
                    <a:pt x="4569460" y="105410"/>
                    <a:pt x="4569460" y="105410"/>
                  </a:cubicBezTo>
                  <a:cubicBezTo>
                    <a:pt x="4569460" y="105410"/>
                    <a:pt x="4569460" y="107950"/>
                    <a:pt x="4570730" y="107950"/>
                  </a:cubicBezTo>
                  <a:cubicBezTo>
                    <a:pt x="4573270" y="110490"/>
                    <a:pt x="4578350" y="109220"/>
                    <a:pt x="4585970" y="110490"/>
                  </a:cubicBezTo>
                  <a:cubicBezTo>
                    <a:pt x="4605020" y="113030"/>
                    <a:pt x="4653280" y="129540"/>
                    <a:pt x="4688840" y="133350"/>
                  </a:cubicBezTo>
                  <a:cubicBezTo>
                    <a:pt x="4725670" y="135890"/>
                    <a:pt x="4804410" y="130810"/>
                    <a:pt x="4804410" y="130810"/>
                  </a:cubicBezTo>
                  <a:cubicBezTo>
                    <a:pt x="4804410" y="130810"/>
                    <a:pt x="4809490" y="132080"/>
                    <a:pt x="4812030" y="132080"/>
                  </a:cubicBezTo>
                  <a:cubicBezTo>
                    <a:pt x="4814570" y="132080"/>
                    <a:pt x="4819650" y="133350"/>
                    <a:pt x="4819650" y="133350"/>
                  </a:cubicBezTo>
                  <a:cubicBezTo>
                    <a:pt x="4819650" y="133350"/>
                    <a:pt x="4823460" y="135890"/>
                    <a:pt x="4826000" y="137160"/>
                  </a:cubicBezTo>
                  <a:cubicBezTo>
                    <a:pt x="4828540" y="137160"/>
                    <a:pt x="4829810" y="138430"/>
                    <a:pt x="4832350" y="139700"/>
                  </a:cubicBezTo>
                  <a:cubicBezTo>
                    <a:pt x="4838700" y="140970"/>
                    <a:pt x="4861560" y="139700"/>
                    <a:pt x="4862830" y="139700"/>
                  </a:cubicBezTo>
                  <a:cubicBezTo>
                    <a:pt x="4864100" y="139700"/>
                    <a:pt x="4955540" y="139700"/>
                    <a:pt x="5026660" y="139700"/>
                  </a:cubicBezTo>
                  <a:cubicBezTo>
                    <a:pt x="5157470" y="139700"/>
                    <a:pt x="5407660" y="139700"/>
                    <a:pt x="5588000" y="139700"/>
                  </a:cubicBezTo>
                  <a:cubicBezTo>
                    <a:pt x="5753100" y="139700"/>
                    <a:pt x="5920740" y="139700"/>
                    <a:pt x="6062980" y="139700"/>
                  </a:cubicBezTo>
                  <a:cubicBezTo>
                    <a:pt x="6179820" y="139700"/>
                    <a:pt x="6380480" y="137160"/>
                    <a:pt x="6381750" y="137160"/>
                  </a:cubicBezTo>
                  <a:cubicBezTo>
                    <a:pt x="6381750" y="137160"/>
                    <a:pt x="6385560" y="138430"/>
                    <a:pt x="6388100" y="138430"/>
                  </a:cubicBezTo>
                  <a:cubicBezTo>
                    <a:pt x="6390640" y="138430"/>
                    <a:pt x="6395720" y="139700"/>
                    <a:pt x="6395720" y="139700"/>
                  </a:cubicBezTo>
                  <a:cubicBezTo>
                    <a:pt x="6395720" y="139700"/>
                    <a:pt x="6399530" y="140970"/>
                    <a:pt x="6402070" y="142240"/>
                  </a:cubicBezTo>
                  <a:cubicBezTo>
                    <a:pt x="6404610" y="142240"/>
                    <a:pt x="6408420" y="143510"/>
                    <a:pt x="6408420" y="144780"/>
                  </a:cubicBezTo>
                  <a:cubicBezTo>
                    <a:pt x="6408420" y="144780"/>
                    <a:pt x="6412230" y="147320"/>
                    <a:pt x="6414770" y="148590"/>
                  </a:cubicBezTo>
                  <a:cubicBezTo>
                    <a:pt x="6417310" y="149860"/>
                    <a:pt x="6421120" y="152400"/>
                    <a:pt x="6421120" y="152400"/>
                  </a:cubicBezTo>
                  <a:cubicBezTo>
                    <a:pt x="6421120" y="152400"/>
                    <a:pt x="6423660" y="156210"/>
                    <a:pt x="6424930" y="157480"/>
                  </a:cubicBezTo>
                  <a:cubicBezTo>
                    <a:pt x="6427470" y="160020"/>
                    <a:pt x="6430010" y="162560"/>
                    <a:pt x="6430010" y="162560"/>
                  </a:cubicBezTo>
                  <a:cubicBezTo>
                    <a:pt x="6430010" y="162560"/>
                    <a:pt x="6432550" y="167640"/>
                    <a:pt x="6433820" y="168910"/>
                  </a:cubicBezTo>
                  <a:cubicBezTo>
                    <a:pt x="6435090" y="171450"/>
                    <a:pt x="6436360" y="175260"/>
                    <a:pt x="6436360" y="175260"/>
                  </a:cubicBezTo>
                  <a:cubicBezTo>
                    <a:pt x="6436360" y="175260"/>
                    <a:pt x="6437630" y="180340"/>
                    <a:pt x="6438900" y="182880"/>
                  </a:cubicBezTo>
                  <a:cubicBezTo>
                    <a:pt x="6438900" y="185420"/>
                    <a:pt x="6440170" y="189230"/>
                    <a:pt x="6440170" y="189230"/>
                  </a:cubicBezTo>
                  <a:cubicBezTo>
                    <a:pt x="6440170" y="189230"/>
                    <a:pt x="6440170" y="194310"/>
                    <a:pt x="6440170" y="196850"/>
                  </a:cubicBezTo>
                  <a:cubicBezTo>
                    <a:pt x="6440170" y="199390"/>
                    <a:pt x="6440170" y="204470"/>
                    <a:pt x="6440170" y="204470"/>
                  </a:cubicBezTo>
                  <a:cubicBezTo>
                    <a:pt x="6440170" y="204470"/>
                    <a:pt x="6438900" y="208280"/>
                    <a:pt x="6438900" y="210820"/>
                  </a:cubicBezTo>
                  <a:cubicBezTo>
                    <a:pt x="6437630" y="213360"/>
                    <a:pt x="6436360" y="218440"/>
                    <a:pt x="6436360" y="218440"/>
                  </a:cubicBezTo>
                  <a:cubicBezTo>
                    <a:pt x="6436360" y="218440"/>
                    <a:pt x="6435090" y="222250"/>
                    <a:pt x="6433820" y="224790"/>
                  </a:cubicBezTo>
                  <a:cubicBezTo>
                    <a:pt x="6432550" y="226060"/>
                    <a:pt x="6430010" y="231140"/>
                    <a:pt x="6430010" y="231140"/>
                  </a:cubicBezTo>
                  <a:cubicBezTo>
                    <a:pt x="6430010" y="231140"/>
                    <a:pt x="6427470" y="233680"/>
                    <a:pt x="6424930" y="236220"/>
                  </a:cubicBezTo>
                  <a:cubicBezTo>
                    <a:pt x="6423660" y="237490"/>
                    <a:pt x="6421120" y="241300"/>
                    <a:pt x="6421120" y="241300"/>
                  </a:cubicBezTo>
                  <a:cubicBezTo>
                    <a:pt x="6421120" y="241300"/>
                    <a:pt x="6417310" y="243840"/>
                    <a:pt x="6414770" y="245110"/>
                  </a:cubicBezTo>
                  <a:cubicBezTo>
                    <a:pt x="6412230" y="246380"/>
                    <a:pt x="6408420" y="248920"/>
                    <a:pt x="6408420" y="250190"/>
                  </a:cubicBezTo>
                  <a:cubicBezTo>
                    <a:pt x="6408420" y="250190"/>
                    <a:pt x="6404610" y="251460"/>
                    <a:pt x="6402070" y="252730"/>
                  </a:cubicBezTo>
                  <a:cubicBezTo>
                    <a:pt x="6399530" y="252730"/>
                    <a:pt x="6395720" y="254000"/>
                    <a:pt x="6395720" y="255270"/>
                  </a:cubicBezTo>
                  <a:cubicBezTo>
                    <a:pt x="6395720" y="255270"/>
                    <a:pt x="6390640" y="255270"/>
                    <a:pt x="6388100" y="255270"/>
                  </a:cubicBezTo>
                  <a:cubicBezTo>
                    <a:pt x="6385560" y="255270"/>
                    <a:pt x="6381750" y="256540"/>
                    <a:pt x="6381750" y="256540"/>
                  </a:cubicBezTo>
                  <a:cubicBezTo>
                    <a:pt x="6380480" y="256540"/>
                    <a:pt x="6155690" y="254000"/>
                    <a:pt x="6062980" y="254000"/>
                  </a:cubicBezTo>
                  <a:cubicBezTo>
                    <a:pt x="5993130" y="254000"/>
                    <a:pt x="5875020" y="252730"/>
                    <a:pt x="5875020" y="254000"/>
                  </a:cubicBezTo>
                  <a:cubicBezTo>
                    <a:pt x="5875020" y="256540"/>
                    <a:pt x="6202680" y="267970"/>
                    <a:pt x="6203950" y="267970"/>
                  </a:cubicBezTo>
                  <a:cubicBezTo>
                    <a:pt x="6203950" y="267970"/>
                    <a:pt x="6209030" y="267970"/>
                    <a:pt x="6211570" y="267970"/>
                  </a:cubicBezTo>
                  <a:cubicBezTo>
                    <a:pt x="6214110" y="267970"/>
                    <a:pt x="6217920" y="267970"/>
                    <a:pt x="6217920" y="267970"/>
                  </a:cubicBezTo>
                  <a:cubicBezTo>
                    <a:pt x="6219190" y="267970"/>
                    <a:pt x="6223000" y="269240"/>
                    <a:pt x="6225540" y="269240"/>
                  </a:cubicBezTo>
                  <a:cubicBezTo>
                    <a:pt x="6228080" y="269240"/>
                    <a:pt x="6231890" y="270510"/>
                    <a:pt x="6231890" y="270510"/>
                  </a:cubicBezTo>
                  <a:cubicBezTo>
                    <a:pt x="6233160" y="270510"/>
                    <a:pt x="6236970" y="273050"/>
                    <a:pt x="6238240" y="274320"/>
                  </a:cubicBezTo>
                  <a:cubicBezTo>
                    <a:pt x="6240780" y="275590"/>
                    <a:pt x="6244590" y="278130"/>
                    <a:pt x="6244590" y="278130"/>
                  </a:cubicBezTo>
                  <a:cubicBezTo>
                    <a:pt x="6245860" y="278130"/>
                    <a:pt x="6248400" y="280670"/>
                    <a:pt x="6250940" y="281940"/>
                  </a:cubicBezTo>
                  <a:cubicBezTo>
                    <a:pt x="6252210" y="284480"/>
                    <a:pt x="6256020" y="287020"/>
                    <a:pt x="6256020" y="287020"/>
                  </a:cubicBezTo>
                  <a:cubicBezTo>
                    <a:pt x="6256020" y="287020"/>
                    <a:pt x="6258560" y="290830"/>
                    <a:pt x="6259830" y="293370"/>
                  </a:cubicBezTo>
                  <a:cubicBezTo>
                    <a:pt x="6261100" y="294640"/>
                    <a:pt x="6263640" y="298450"/>
                    <a:pt x="6263640" y="299720"/>
                  </a:cubicBezTo>
                  <a:cubicBezTo>
                    <a:pt x="6263640" y="299720"/>
                    <a:pt x="6266180" y="303530"/>
                    <a:pt x="6266180" y="306070"/>
                  </a:cubicBezTo>
                  <a:cubicBezTo>
                    <a:pt x="6267450" y="308610"/>
                    <a:pt x="6268720" y="312420"/>
                    <a:pt x="6268720" y="312420"/>
                  </a:cubicBezTo>
                  <a:cubicBezTo>
                    <a:pt x="6268720" y="312420"/>
                    <a:pt x="6269990" y="317500"/>
                    <a:pt x="6269990" y="320040"/>
                  </a:cubicBezTo>
                  <a:cubicBezTo>
                    <a:pt x="6269990" y="322580"/>
                    <a:pt x="6271260" y="326390"/>
                    <a:pt x="6271260" y="326390"/>
                  </a:cubicBezTo>
                  <a:cubicBezTo>
                    <a:pt x="6271260" y="327660"/>
                    <a:pt x="6269990" y="331470"/>
                    <a:pt x="6269990" y="334010"/>
                  </a:cubicBezTo>
                  <a:cubicBezTo>
                    <a:pt x="6269990" y="336550"/>
                    <a:pt x="6268720" y="341630"/>
                    <a:pt x="6268720" y="341630"/>
                  </a:cubicBezTo>
                  <a:cubicBezTo>
                    <a:pt x="6268720" y="341630"/>
                    <a:pt x="6267450" y="345440"/>
                    <a:pt x="6266180" y="347980"/>
                  </a:cubicBezTo>
                  <a:cubicBezTo>
                    <a:pt x="6266180" y="350520"/>
                    <a:pt x="6263640" y="354330"/>
                    <a:pt x="6263640" y="354330"/>
                  </a:cubicBezTo>
                  <a:cubicBezTo>
                    <a:pt x="6263640" y="354330"/>
                    <a:pt x="6261100" y="358140"/>
                    <a:pt x="6259830" y="360680"/>
                  </a:cubicBezTo>
                  <a:cubicBezTo>
                    <a:pt x="6258560" y="361950"/>
                    <a:pt x="6256020" y="367030"/>
                    <a:pt x="6256020" y="367030"/>
                  </a:cubicBezTo>
                  <a:cubicBezTo>
                    <a:pt x="6256020" y="367030"/>
                    <a:pt x="6252210" y="369570"/>
                    <a:pt x="6250940" y="370840"/>
                  </a:cubicBezTo>
                  <a:cubicBezTo>
                    <a:pt x="6248400" y="373380"/>
                    <a:pt x="6244590" y="375920"/>
                    <a:pt x="6244590" y="375920"/>
                  </a:cubicBezTo>
                  <a:cubicBezTo>
                    <a:pt x="6244590" y="375920"/>
                    <a:pt x="6240780" y="378460"/>
                    <a:pt x="6238240" y="379730"/>
                  </a:cubicBezTo>
                  <a:cubicBezTo>
                    <a:pt x="6236970" y="381000"/>
                    <a:pt x="6231890" y="382270"/>
                    <a:pt x="6231890" y="382270"/>
                  </a:cubicBezTo>
                  <a:cubicBezTo>
                    <a:pt x="6231890" y="382270"/>
                    <a:pt x="6228080" y="383540"/>
                    <a:pt x="6225540" y="384810"/>
                  </a:cubicBezTo>
                  <a:cubicBezTo>
                    <a:pt x="6223000" y="384810"/>
                    <a:pt x="6217920" y="386080"/>
                    <a:pt x="6217920" y="386080"/>
                  </a:cubicBezTo>
                  <a:cubicBezTo>
                    <a:pt x="6217920" y="386080"/>
                    <a:pt x="6160770" y="391160"/>
                    <a:pt x="6160770" y="392430"/>
                  </a:cubicBezTo>
                  <a:cubicBezTo>
                    <a:pt x="6160770" y="393700"/>
                    <a:pt x="6239510" y="393700"/>
                    <a:pt x="6239510" y="393700"/>
                  </a:cubicBezTo>
                  <a:cubicBezTo>
                    <a:pt x="6239510" y="393700"/>
                    <a:pt x="6244590" y="393700"/>
                    <a:pt x="6245860" y="393700"/>
                  </a:cubicBezTo>
                  <a:cubicBezTo>
                    <a:pt x="6248400" y="394970"/>
                    <a:pt x="6253480" y="394970"/>
                    <a:pt x="6253480" y="394970"/>
                  </a:cubicBezTo>
                  <a:cubicBezTo>
                    <a:pt x="6253480" y="394970"/>
                    <a:pt x="6257290" y="396240"/>
                    <a:pt x="6259830" y="397510"/>
                  </a:cubicBezTo>
                  <a:cubicBezTo>
                    <a:pt x="6262370" y="398780"/>
                    <a:pt x="6266180" y="400050"/>
                    <a:pt x="6266180" y="400050"/>
                  </a:cubicBezTo>
                  <a:cubicBezTo>
                    <a:pt x="6266180" y="400050"/>
                    <a:pt x="6269990" y="402590"/>
                    <a:pt x="6272530" y="403860"/>
                  </a:cubicBezTo>
                  <a:cubicBezTo>
                    <a:pt x="6273800" y="405130"/>
                    <a:pt x="6277610" y="407670"/>
                    <a:pt x="6277610" y="407670"/>
                  </a:cubicBezTo>
                  <a:cubicBezTo>
                    <a:pt x="6277610" y="407670"/>
                    <a:pt x="6280150" y="411480"/>
                    <a:pt x="6282690" y="412750"/>
                  </a:cubicBezTo>
                  <a:cubicBezTo>
                    <a:pt x="6283960" y="415290"/>
                    <a:pt x="6286500" y="417830"/>
                    <a:pt x="6286500" y="417830"/>
                  </a:cubicBezTo>
                  <a:cubicBezTo>
                    <a:pt x="6286500" y="417830"/>
                    <a:pt x="6289040" y="421640"/>
                    <a:pt x="6290310" y="424180"/>
                  </a:cubicBezTo>
                  <a:cubicBezTo>
                    <a:pt x="6291580" y="426720"/>
                    <a:pt x="6292850" y="430530"/>
                    <a:pt x="6292850" y="430530"/>
                  </a:cubicBezTo>
                  <a:cubicBezTo>
                    <a:pt x="6292850" y="430530"/>
                    <a:pt x="6294120" y="434340"/>
                    <a:pt x="6295390" y="436880"/>
                  </a:cubicBezTo>
                  <a:cubicBezTo>
                    <a:pt x="6295390" y="439420"/>
                    <a:pt x="6296660" y="443230"/>
                    <a:pt x="6296660" y="444500"/>
                  </a:cubicBezTo>
                  <a:cubicBezTo>
                    <a:pt x="6296660" y="444500"/>
                    <a:pt x="6296660" y="448310"/>
                    <a:pt x="6296660" y="450850"/>
                  </a:cubicBezTo>
                  <a:cubicBezTo>
                    <a:pt x="6296660" y="453390"/>
                    <a:pt x="6296660" y="457200"/>
                    <a:pt x="6296660" y="457200"/>
                  </a:cubicBezTo>
                  <a:cubicBezTo>
                    <a:pt x="6296660" y="458470"/>
                    <a:pt x="6295390" y="462280"/>
                    <a:pt x="6295390" y="464820"/>
                  </a:cubicBezTo>
                  <a:cubicBezTo>
                    <a:pt x="6294120" y="467360"/>
                    <a:pt x="6292850" y="471170"/>
                    <a:pt x="6292850" y="471170"/>
                  </a:cubicBezTo>
                  <a:cubicBezTo>
                    <a:pt x="6292850" y="471170"/>
                    <a:pt x="6291580" y="474980"/>
                    <a:pt x="6290310" y="477520"/>
                  </a:cubicBezTo>
                  <a:cubicBezTo>
                    <a:pt x="6289040" y="480060"/>
                    <a:pt x="6286500" y="483870"/>
                    <a:pt x="6286500" y="483870"/>
                  </a:cubicBezTo>
                  <a:cubicBezTo>
                    <a:pt x="6286500" y="483870"/>
                    <a:pt x="6283960" y="487680"/>
                    <a:pt x="6282690" y="488950"/>
                  </a:cubicBezTo>
                  <a:cubicBezTo>
                    <a:pt x="6280150" y="490220"/>
                    <a:pt x="6277610" y="494030"/>
                    <a:pt x="6277610" y="494030"/>
                  </a:cubicBezTo>
                  <a:cubicBezTo>
                    <a:pt x="6277610" y="494030"/>
                    <a:pt x="6273800" y="496570"/>
                    <a:pt x="6272530" y="497840"/>
                  </a:cubicBezTo>
                  <a:cubicBezTo>
                    <a:pt x="6269990" y="499110"/>
                    <a:pt x="6266180" y="501650"/>
                    <a:pt x="6266180" y="501650"/>
                  </a:cubicBezTo>
                  <a:cubicBezTo>
                    <a:pt x="6266180" y="501650"/>
                    <a:pt x="6262370" y="504190"/>
                    <a:pt x="6259830" y="504190"/>
                  </a:cubicBezTo>
                  <a:cubicBezTo>
                    <a:pt x="6257290" y="505460"/>
                    <a:pt x="6253480" y="506730"/>
                    <a:pt x="6253480" y="506730"/>
                  </a:cubicBezTo>
                  <a:cubicBezTo>
                    <a:pt x="6253480" y="506730"/>
                    <a:pt x="6248400" y="508000"/>
                    <a:pt x="6245860" y="508000"/>
                  </a:cubicBezTo>
                  <a:cubicBezTo>
                    <a:pt x="6244590" y="508000"/>
                    <a:pt x="6239510" y="508000"/>
                    <a:pt x="6239510" y="508000"/>
                  </a:cubicBezTo>
                  <a:cubicBezTo>
                    <a:pt x="6239510" y="508000"/>
                    <a:pt x="6134100" y="509270"/>
                    <a:pt x="6116320" y="509270"/>
                  </a:cubicBezTo>
                  <a:cubicBezTo>
                    <a:pt x="6111240" y="510540"/>
                    <a:pt x="6107430" y="509270"/>
                    <a:pt x="6107430" y="510540"/>
                  </a:cubicBezTo>
                  <a:cubicBezTo>
                    <a:pt x="6106160" y="510540"/>
                    <a:pt x="6107430" y="511810"/>
                    <a:pt x="6107430" y="513080"/>
                  </a:cubicBezTo>
                  <a:cubicBezTo>
                    <a:pt x="6107430" y="514350"/>
                    <a:pt x="6107430" y="515620"/>
                    <a:pt x="6107430" y="516890"/>
                  </a:cubicBezTo>
                  <a:cubicBezTo>
                    <a:pt x="6107430" y="519430"/>
                    <a:pt x="6107430" y="520700"/>
                    <a:pt x="6107430" y="521970"/>
                  </a:cubicBezTo>
                  <a:cubicBezTo>
                    <a:pt x="6107430" y="524510"/>
                    <a:pt x="6106160" y="528320"/>
                    <a:pt x="6106160" y="530860"/>
                  </a:cubicBezTo>
                  <a:cubicBezTo>
                    <a:pt x="6106160" y="533400"/>
                    <a:pt x="6106160" y="537210"/>
                    <a:pt x="6106160" y="539750"/>
                  </a:cubicBezTo>
                  <a:cubicBezTo>
                    <a:pt x="6104890" y="541020"/>
                    <a:pt x="6104890" y="542290"/>
                    <a:pt x="6103620" y="543560"/>
                  </a:cubicBezTo>
                  <a:cubicBezTo>
                    <a:pt x="6103620" y="544830"/>
                    <a:pt x="6103620" y="546100"/>
                    <a:pt x="6103620" y="548640"/>
                  </a:cubicBezTo>
                  <a:cubicBezTo>
                    <a:pt x="6102350" y="551180"/>
                    <a:pt x="6099810" y="553720"/>
                    <a:pt x="6098540" y="556260"/>
                  </a:cubicBezTo>
                  <a:cubicBezTo>
                    <a:pt x="6097270" y="558800"/>
                    <a:pt x="6096000" y="562610"/>
                    <a:pt x="6094730" y="563880"/>
                  </a:cubicBezTo>
                  <a:cubicBezTo>
                    <a:pt x="6094730" y="565150"/>
                    <a:pt x="6093460" y="565150"/>
                    <a:pt x="6093460" y="566420"/>
                  </a:cubicBezTo>
                  <a:cubicBezTo>
                    <a:pt x="6092190" y="567690"/>
                    <a:pt x="6092190" y="568960"/>
                    <a:pt x="6089650" y="571500"/>
                  </a:cubicBezTo>
                  <a:cubicBezTo>
                    <a:pt x="6085840" y="576580"/>
                    <a:pt x="6076950" y="585470"/>
                    <a:pt x="6070600" y="589280"/>
                  </a:cubicBezTo>
                  <a:cubicBezTo>
                    <a:pt x="6064250" y="593090"/>
                    <a:pt x="6056630" y="595630"/>
                    <a:pt x="6051550" y="598170"/>
                  </a:cubicBezTo>
                  <a:cubicBezTo>
                    <a:pt x="6047740" y="600710"/>
                    <a:pt x="6042660" y="603250"/>
                    <a:pt x="6042660" y="604520"/>
                  </a:cubicBezTo>
                  <a:cubicBezTo>
                    <a:pt x="6042660" y="605790"/>
                    <a:pt x="6046470" y="607060"/>
                    <a:pt x="6047740" y="608330"/>
                  </a:cubicBezTo>
                  <a:cubicBezTo>
                    <a:pt x="6049010" y="609600"/>
                    <a:pt x="6052820" y="613410"/>
                    <a:pt x="6052820" y="613410"/>
                  </a:cubicBezTo>
                  <a:cubicBezTo>
                    <a:pt x="6052820" y="613410"/>
                    <a:pt x="6056630" y="617220"/>
                    <a:pt x="6057900" y="618490"/>
                  </a:cubicBezTo>
                  <a:cubicBezTo>
                    <a:pt x="6059170" y="621030"/>
                    <a:pt x="6061710" y="624840"/>
                    <a:pt x="6061710" y="624840"/>
                  </a:cubicBezTo>
                  <a:cubicBezTo>
                    <a:pt x="6061710" y="624840"/>
                    <a:pt x="6061710" y="626110"/>
                    <a:pt x="6062980" y="626110"/>
                  </a:cubicBezTo>
                  <a:cubicBezTo>
                    <a:pt x="6068060" y="629920"/>
                    <a:pt x="6156960" y="635000"/>
                    <a:pt x="6156960" y="635000"/>
                  </a:cubicBezTo>
                  <a:cubicBezTo>
                    <a:pt x="6156960" y="635000"/>
                    <a:pt x="6162040" y="636270"/>
                    <a:pt x="6164580" y="636270"/>
                  </a:cubicBezTo>
                  <a:cubicBezTo>
                    <a:pt x="6167120" y="637540"/>
                    <a:pt x="6170930" y="638810"/>
                    <a:pt x="6170930" y="638810"/>
                  </a:cubicBezTo>
                  <a:cubicBezTo>
                    <a:pt x="6170930" y="638810"/>
                    <a:pt x="6176010" y="640080"/>
                    <a:pt x="6178550" y="641350"/>
                  </a:cubicBezTo>
                  <a:cubicBezTo>
                    <a:pt x="6179820" y="642620"/>
                    <a:pt x="6184900" y="645160"/>
                    <a:pt x="6184900" y="645160"/>
                  </a:cubicBezTo>
                  <a:cubicBezTo>
                    <a:pt x="6184900" y="645160"/>
                    <a:pt x="6188710" y="648970"/>
                    <a:pt x="6189980" y="650240"/>
                  </a:cubicBezTo>
                  <a:cubicBezTo>
                    <a:pt x="6192520" y="651510"/>
                    <a:pt x="6196330" y="655320"/>
                    <a:pt x="6196330" y="655320"/>
                  </a:cubicBezTo>
                  <a:cubicBezTo>
                    <a:pt x="6196330" y="655320"/>
                    <a:pt x="6198870" y="659130"/>
                    <a:pt x="6200140" y="661670"/>
                  </a:cubicBezTo>
                  <a:cubicBezTo>
                    <a:pt x="6201410" y="664210"/>
                    <a:pt x="6203950" y="668020"/>
                    <a:pt x="6203950" y="668020"/>
                  </a:cubicBezTo>
                  <a:cubicBezTo>
                    <a:pt x="6203950" y="668020"/>
                    <a:pt x="6206490" y="673100"/>
                    <a:pt x="6206490" y="675640"/>
                  </a:cubicBezTo>
                  <a:cubicBezTo>
                    <a:pt x="6207760" y="676910"/>
                    <a:pt x="6209030" y="681990"/>
                    <a:pt x="6209030" y="681990"/>
                  </a:cubicBezTo>
                  <a:cubicBezTo>
                    <a:pt x="6209030" y="681990"/>
                    <a:pt x="6210300" y="687070"/>
                    <a:pt x="6210300" y="689610"/>
                  </a:cubicBezTo>
                  <a:cubicBezTo>
                    <a:pt x="6210300" y="692150"/>
                    <a:pt x="6211570" y="697230"/>
                    <a:pt x="6211570" y="697230"/>
                  </a:cubicBezTo>
                  <a:cubicBezTo>
                    <a:pt x="6211570" y="697230"/>
                    <a:pt x="6210300" y="702310"/>
                    <a:pt x="6210300" y="704850"/>
                  </a:cubicBezTo>
                  <a:cubicBezTo>
                    <a:pt x="6210300" y="707390"/>
                    <a:pt x="6209030" y="712470"/>
                    <a:pt x="6209030" y="712470"/>
                  </a:cubicBezTo>
                  <a:cubicBezTo>
                    <a:pt x="6209030" y="712470"/>
                    <a:pt x="6207760" y="716280"/>
                    <a:pt x="6206490" y="718820"/>
                  </a:cubicBezTo>
                  <a:cubicBezTo>
                    <a:pt x="6205220" y="721360"/>
                    <a:pt x="6203950" y="726440"/>
                    <a:pt x="6203950" y="726440"/>
                  </a:cubicBezTo>
                  <a:cubicBezTo>
                    <a:pt x="6203950" y="726440"/>
                    <a:pt x="6203950" y="727710"/>
                    <a:pt x="6203950" y="727710"/>
                  </a:cubicBezTo>
                  <a:cubicBezTo>
                    <a:pt x="6203950" y="730250"/>
                    <a:pt x="6203950" y="736600"/>
                    <a:pt x="6203950" y="736600"/>
                  </a:cubicBezTo>
                  <a:cubicBezTo>
                    <a:pt x="6203950" y="737870"/>
                    <a:pt x="6202680" y="742950"/>
                    <a:pt x="6201410" y="746760"/>
                  </a:cubicBezTo>
                  <a:cubicBezTo>
                    <a:pt x="6201410" y="749300"/>
                    <a:pt x="6198870" y="755650"/>
                    <a:pt x="6198870" y="755650"/>
                  </a:cubicBezTo>
                  <a:cubicBezTo>
                    <a:pt x="6198870" y="755650"/>
                    <a:pt x="6196330" y="760730"/>
                    <a:pt x="6195060" y="763270"/>
                  </a:cubicBezTo>
                  <a:cubicBezTo>
                    <a:pt x="6193790" y="765810"/>
                    <a:pt x="6191250" y="770890"/>
                    <a:pt x="6191250" y="772160"/>
                  </a:cubicBezTo>
                  <a:cubicBezTo>
                    <a:pt x="6191250" y="772160"/>
                    <a:pt x="6186170" y="775970"/>
                    <a:pt x="6184900" y="778510"/>
                  </a:cubicBezTo>
                  <a:cubicBezTo>
                    <a:pt x="6182360" y="781050"/>
                    <a:pt x="6178550" y="784860"/>
                    <a:pt x="6178550" y="784860"/>
                  </a:cubicBezTo>
                  <a:cubicBezTo>
                    <a:pt x="6178550" y="786130"/>
                    <a:pt x="6173470" y="788670"/>
                    <a:pt x="6170930" y="791210"/>
                  </a:cubicBezTo>
                  <a:cubicBezTo>
                    <a:pt x="6168390" y="792480"/>
                    <a:pt x="6163310" y="796290"/>
                    <a:pt x="6163310" y="796290"/>
                  </a:cubicBezTo>
                  <a:cubicBezTo>
                    <a:pt x="6163310" y="796290"/>
                    <a:pt x="6156960" y="797560"/>
                    <a:pt x="6154420" y="798830"/>
                  </a:cubicBezTo>
                  <a:cubicBezTo>
                    <a:pt x="6151880" y="800100"/>
                    <a:pt x="6145530" y="802640"/>
                    <a:pt x="6145530" y="802640"/>
                  </a:cubicBezTo>
                  <a:cubicBezTo>
                    <a:pt x="6145530" y="802640"/>
                    <a:pt x="6139180" y="802640"/>
                    <a:pt x="6136640" y="803910"/>
                  </a:cubicBezTo>
                  <a:cubicBezTo>
                    <a:pt x="6134100" y="803910"/>
                    <a:pt x="6127750" y="805180"/>
                    <a:pt x="6127750" y="805180"/>
                  </a:cubicBezTo>
                  <a:cubicBezTo>
                    <a:pt x="6127750" y="805180"/>
                    <a:pt x="6040120" y="806450"/>
                    <a:pt x="6022340" y="805180"/>
                  </a:cubicBezTo>
                  <a:cubicBezTo>
                    <a:pt x="6015990" y="805180"/>
                    <a:pt x="6015990" y="803910"/>
                    <a:pt x="6010910" y="803910"/>
                  </a:cubicBezTo>
                  <a:cubicBezTo>
                    <a:pt x="6000750" y="802640"/>
                    <a:pt x="5984240" y="802640"/>
                    <a:pt x="5965190" y="802640"/>
                  </a:cubicBezTo>
                  <a:cubicBezTo>
                    <a:pt x="5937250" y="802640"/>
                    <a:pt x="5891530" y="803910"/>
                    <a:pt x="5854700" y="805180"/>
                  </a:cubicBezTo>
                  <a:cubicBezTo>
                    <a:pt x="5819140" y="805180"/>
                    <a:pt x="5784850" y="806450"/>
                    <a:pt x="5749290" y="806450"/>
                  </a:cubicBezTo>
                  <a:cubicBezTo>
                    <a:pt x="5708650" y="807720"/>
                    <a:pt x="5665470" y="807720"/>
                    <a:pt x="5624830" y="807720"/>
                  </a:cubicBezTo>
                  <a:cubicBezTo>
                    <a:pt x="5588000" y="807720"/>
                    <a:pt x="5554980" y="807720"/>
                    <a:pt x="5519420" y="807720"/>
                  </a:cubicBezTo>
                  <a:cubicBezTo>
                    <a:pt x="5483860" y="807720"/>
                    <a:pt x="5445760" y="806450"/>
                    <a:pt x="5414010" y="806450"/>
                  </a:cubicBezTo>
                  <a:cubicBezTo>
                    <a:pt x="5386070" y="806450"/>
                    <a:pt x="5363210" y="806450"/>
                    <a:pt x="5336540" y="807720"/>
                  </a:cubicBezTo>
                  <a:cubicBezTo>
                    <a:pt x="5308600" y="807720"/>
                    <a:pt x="5280660" y="807720"/>
                    <a:pt x="5248910" y="808990"/>
                  </a:cubicBezTo>
                  <a:cubicBezTo>
                    <a:pt x="5212080" y="808990"/>
                    <a:pt x="5165090" y="808990"/>
                    <a:pt x="5129530" y="808990"/>
                  </a:cubicBezTo>
                  <a:cubicBezTo>
                    <a:pt x="5099050" y="808990"/>
                    <a:pt x="5076190" y="807720"/>
                    <a:pt x="5046980" y="807720"/>
                  </a:cubicBezTo>
                  <a:cubicBezTo>
                    <a:pt x="5012690" y="807720"/>
                    <a:pt x="4970780" y="807720"/>
                    <a:pt x="4936490" y="808990"/>
                  </a:cubicBezTo>
                  <a:cubicBezTo>
                    <a:pt x="4904740" y="808990"/>
                    <a:pt x="4880610" y="811530"/>
                    <a:pt x="4847590" y="814070"/>
                  </a:cubicBezTo>
                  <a:cubicBezTo>
                    <a:pt x="4806950" y="817880"/>
                    <a:pt x="4749800" y="826770"/>
                    <a:pt x="4707890" y="829310"/>
                  </a:cubicBezTo>
                  <a:cubicBezTo>
                    <a:pt x="4673600" y="830580"/>
                    <a:pt x="4644390" y="828040"/>
                    <a:pt x="4615180" y="828040"/>
                  </a:cubicBezTo>
                  <a:cubicBezTo>
                    <a:pt x="4588510" y="828040"/>
                    <a:pt x="4564380" y="828040"/>
                    <a:pt x="4538980" y="826770"/>
                  </a:cubicBezTo>
                  <a:cubicBezTo>
                    <a:pt x="4512310" y="826770"/>
                    <a:pt x="4488180" y="825500"/>
                    <a:pt x="4458970" y="825500"/>
                  </a:cubicBezTo>
                  <a:cubicBezTo>
                    <a:pt x="4420870" y="824230"/>
                    <a:pt x="4367530" y="824230"/>
                    <a:pt x="4328160" y="822960"/>
                  </a:cubicBezTo>
                  <a:cubicBezTo>
                    <a:pt x="4295140" y="821690"/>
                    <a:pt x="4267200" y="821690"/>
                    <a:pt x="4236720" y="820420"/>
                  </a:cubicBezTo>
                  <a:cubicBezTo>
                    <a:pt x="4208780" y="820420"/>
                    <a:pt x="4179570" y="819150"/>
                    <a:pt x="4151630" y="817880"/>
                  </a:cubicBezTo>
                  <a:cubicBezTo>
                    <a:pt x="4121150" y="816610"/>
                    <a:pt x="4083050" y="815340"/>
                    <a:pt x="4061460" y="815340"/>
                  </a:cubicBezTo>
                  <a:cubicBezTo>
                    <a:pt x="4050030" y="815340"/>
                    <a:pt x="4038600" y="814070"/>
                    <a:pt x="4033520" y="814070"/>
                  </a:cubicBezTo>
                  <a:cubicBezTo>
                    <a:pt x="4032250" y="814070"/>
                    <a:pt x="4032250" y="814070"/>
                    <a:pt x="4030980" y="815340"/>
                  </a:cubicBezTo>
                  <a:cubicBezTo>
                    <a:pt x="4020820" y="815340"/>
                    <a:pt x="3975100" y="816610"/>
                    <a:pt x="3943350" y="816610"/>
                  </a:cubicBezTo>
                  <a:cubicBezTo>
                    <a:pt x="3903980" y="817880"/>
                    <a:pt x="3858260" y="819150"/>
                    <a:pt x="3811270" y="820420"/>
                  </a:cubicBezTo>
                  <a:cubicBezTo>
                    <a:pt x="3760470" y="820420"/>
                    <a:pt x="3694430" y="821690"/>
                    <a:pt x="3647440" y="821690"/>
                  </a:cubicBezTo>
                  <a:cubicBezTo>
                    <a:pt x="3611880" y="821690"/>
                    <a:pt x="3586480" y="821690"/>
                    <a:pt x="3554730" y="821690"/>
                  </a:cubicBezTo>
                  <a:cubicBezTo>
                    <a:pt x="3520440" y="821690"/>
                    <a:pt x="3483610" y="821690"/>
                    <a:pt x="3448050" y="821690"/>
                  </a:cubicBezTo>
                  <a:cubicBezTo>
                    <a:pt x="3411220" y="821690"/>
                    <a:pt x="3371850" y="820420"/>
                    <a:pt x="3336290" y="820420"/>
                  </a:cubicBezTo>
                  <a:cubicBezTo>
                    <a:pt x="3305810" y="820420"/>
                    <a:pt x="3277870" y="820420"/>
                    <a:pt x="3248660" y="821690"/>
                  </a:cubicBezTo>
                  <a:cubicBezTo>
                    <a:pt x="3220720" y="821690"/>
                    <a:pt x="3192780" y="822960"/>
                    <a:pt x="3164840" y="822960"/>
                  </a:cubicBezTo>
                  <a:cubicBezTo>
                    <a:pt x="3134360" y="824230"/>
                    <a:pt x="3103880" y="824230"/>
                    <a:pt x="3073400" y="825500"/>
                  </a:cubicBezTo>
                  <a:cubicBezTo>
                    <a:pt x="3042920" y="825500"/>
                    <a:pt x="3012440" y="826770"/>
                    <a:pt x="2981960" y="826770"/>
                  </a:cubicBezTo>
                  <a:cubicBezTo>
                    <a:pt x="2948940" y="828040"/>
                    <a:pt x="2914650" y="828040"/>
                    <a:pt x="2881630" y="828040"/>
                  </a:cubicBezTo>
                  <a:cubicBezTo>
                    <a:pt x="2848610" y="828040"/>
                    <a:pt x="2815590" y="829310"/>
                    <a:pt x="2781300" y="829310"/>
                  </a:cubicBezTo>
                  <a:cubicBezTo>
                    <a:pt x="2747010" y="829310"/>
                    <a:pt x="2708910" y="830580"/>
                    <a:pt x="2675890" y="830580"/>
                  </a:cubicBezTo>
                  <a:cubicBezTo>
                    <a:pt x="2646680" y="830580"/>
                    <a:pt x="2593340" y="831850"/>
                    <a:pt x="2593340" y="831850"/>
                  </a:cubicBezTo>
                  <a:cubicBezTo>
                    <a:pt x="2593340" y="831850"/>
                    <a:pt x="2586990" y="830580"/>
                    <a:pt x="2583180" y="830580"/>
                  </a:cubicBezTo>
                  <a:cubicBezTo>
                    <a:pt x="2580640" y="829310"/>
                    <a:pt x="2574290" y="829310"/>
                    <a:pt x="2574290" y="829310"/>
                  </a:cubicBezTo>
                  <a:cubicBezTo>
                    <a:pt x="2574290" y="829310"/>
                    <a:pt x="2567940" y="826770"/>
                    <a:pt x="2565400" y="825500"/>
                  </a:cubicBezTo>
                  <a:cubicBezTo>
                    <a:pt x="2561590" y="824230"/>
                    <a:pt x="2556510" y="822960"/>
                    <a:pt x="2556510" y="821690"/>
                  </a:cubicBezTo>
                  <a:cubicBezTo>
                    <a:pt x="2556510" y="821690"/>
                    <a:pt x="2550160" y="819150"/>
                    <a:pt x="2547620" y="816610"/>
                  </a:cubicBezTo>
                  <a:cubicBezTo>
                    <a:pt x="2545080" y="815340"/>
                    <a:pt x="2540000" y="811530"/>
                    <a:pt x="2540000" y="811530"/>
                  </a:cubicBezTo>
                  <a:cubicBezTo>
                    <a:pt x="2540000" y="811530"/>
                    <a:pt x="2536190" y="806450"/>
                    <a:pt x="2533650" y="803910"/>
                  </a:cubicBezTo>
                  <a:cubicBezTo>
                    <a:pt x="2531110" y="801370"/>
                    <a:pt x="2527300" y="796290"/>
                    <a:pt x="2527300" y="796290"/>
                  </a:cubicBezTo>
                  <a:cubicBezTo>
                    <a:pt x="2527300" y="796290"/>
                    <a:pt x="2524760" y="791210"/>
                    <a:pt x="2522220" y="788670"/>
                  </a:cubicBezTo>
                  <a:cubicBezTo>
                    <a:pt x="2520950" y="784860"/>
                    <a:pt x="2518410" y="779780"/>
                    <a:pt x="2518410" y="779780"/>
                  </a:cubicBezTo>
                  <a:cubicBezTo>
                    <a:pt x="2518410" y="779780"/>
                    <a:pt x="2515870" y="770890"/>
                    <a:pt x="2515870" y="769620"/>
                  </a:cubicBezTo>
                  <a:cubicBezTo>
                    <a:pt x="2513330" y="768350"/>
                    <a:pt x="2472690" y="770890"/>
                    <a:pt x="2444750" y="772160"/>
                  </a:cubicBezTo>
                  <a:cubicBezTo>
                    <a:pt x="2399030" y="774700"/>
                    <a:pt x="2336800" y="783590"/>
                    <a:pt x="2274570" y="786130"/>
                  </a:cubicBezTo>
                  <a:cubicBezTo>
                    <a:pt x="2197100" y="788670"/>
                    <a:pt x="2100580" y="786130"/>
                    <a:pt x="2011680" y="786130"/>
                  </a:cubicBezTo>
                  <a:cubicBezTo>
                    <a:pt x="1921510" y="786130"/>
                    <a:pt x="1832610" y="786130"/>
                    <a:pt x="1737360" y="786130"/>
                  </a:cubicBezTo>
                  <a:cubicBezTo>
                    <a:pt x="1630680" y="787400"/>
                    <a:pt x="1512570" y="787400"/>
                    <a:pt x="1402080" y="787400"/>
                  </a:cubicBezTo>
                  <a:cubicBezTo>
                    <a:pt x="1295400" y="787400"/>
                    <a:pt x="1170940" y="787400"/>
                    <a:pt x="1084580" y="788670"/>
                  </a:cubicBezTo>
                  <a:cubicBezTo>
                    <a:pt x="1023620" y="788670"/>
                    <a:pt x="929640" y="791210"/>
                    <a:pt x="929640" y="791210"/>
                  </a:cubicBezTo>
                  <a:cubicBezTo>
                    <a:pt x="929640" y="791210"/>
                    <a:pt x="924560" y="789940"/>
                    <a:pt x="922020" y="789940"/>
                  </a:cubicBezTo>
                  <a:cubicBezTo>
                    <a:pt x="919480" y="789940"/>
                    <a:pt x="914400" y="788670"/>
                    <a:pt x="914400" y="788670"/>
                  </a:cubicBezTo>
                  <a:cubicBezTo>
                    <a:pt x="914400" y="788670"/>
                    <a:pt x="909320" y="787400"/>
                    <a:pt x="908050" y="786130"/>
                  </a:cubicBezTo>
                  <a:cubicBezTo>
                    <a:pt x="905510" y="786130"/>
                    <a:pt x="900430" y="783590"/>
                    <a:pt x="900430" y="783590"/>
                  </a:cubicBezTo>
                  <a:cubicBezTo>
                    <a:pt x="900430" y="783590"/>
                    <a:pt x="896620" y="781050"/>
                    <a:pt x="894080" y="779780"/>
                  </a:cubicBezTo>
                  <a:cubicBezTo>
                    <a:pt x="891540" y="778510"/>
                    <a:pt x="887730" y="774700"/>
                    <a:pt x="887730" y="774700"/>
                  </a:cubicBezTo>
                  <a:cubicBezTo>
                    <a:pt x="883920" y="773430"/>
                    <a:pt x="839470" y="775970"/>
                    <a:pt x="826770" y="775970"/>
                  </a:cubicBezTo>
                  <a:cubicBezTo>
                    <a:pt x="821690" y="775970"/>
                    <a:pt x="815340" y="775970"/>
                    <a:pt x="815340" y="775970"/>
                  </a:cubicBezTo>
                  <a:cubicBezTo>
                    <a:pt x="815340" y="775970"/>
                    <a:pt x="808990" y="775970"/>
                    <a:pt x="806450" y="774700"/>
                  </a:cubicBezTo>
                  <a:cubicBezTo>
                    <a:pt x="803910" y="774700"/>
                    <a:pt x="797560" y="774700"/>
                    <a:pt x="797560" y="774700"/>
                  </a:cubicBezTo>
                  <a:cubicBezTo>
                    <a:pt x="797560" y="774700"/>
                    <a:pt x="792480" y="772160"/>
                    <a:pt x="789940" y="770890"/>
                  </a:cubicBezTo>
                  <a:cubicBezTo>
                    <a:pt x="787400" y="769620"/>
                    <a:pt x="782320" y="768350"/>
                    <a:pt x="782320" y="768350"/>
                  </a:cubicBezTo>
                  <a:cubicBezTo>
                    <a:pt x="782320" y="768350"/>
                    <a:pt x="777240" y="764540"/>
                    <a:pt x="774700" y="763270"/>
                  </a:cubicBezTo>
                  <a:cubicBezTo>
                    <a:pt x="772160" y="762000"/>
                    <a:pt x="768350" y="758190"/>
                    <a:pt x="768350" y="758190"/>
                  </a:cubicBezTo>
                  <a:cubicBezTo>
                    <a:pt x="767080" y="758190"/>
                    <a:pt x="763270" y="754380"/>
                    <a:pt x="762000" y="751840"/>
                  </a:cubicBezTo>
                  <a:cubicBezTo>
                    <a:pt x="760730" y="750570"/>
                    <a:pt x="760730" y="748030"/>
                    <a:pt x="758190" y="746760"/>
                  </a:cubicBezTo>
                  <a:cubicBezTo>
                    <a:pt x="745490" y="741680"/>
                    <a:pt x="638810" y="748030"/>
                    <a:pt x="637540" y="748030"/>
                  </a:cubicBezTo>
                  <a:cubicBezTo>
                    <a:pt x="637540" y="748030"/>
                    <a:pt x="632460" y="748030"/>
                    <a:pt x="629920" y="748030"/>
                  </a:cubicBezTo>
                  <a:cubicBezTo>
                    <a:pt x="627380" y="746760"/>
                    <a:pt x="621030" y="746760"/>
                    <a:pt x="621030" y="746760"/>
                  </a:cubicBezTo>
                  <a:cubicBezTo>
                    <a:pt x="621030" y="746760"/>
                    <a:pt x="619760" y="745490"/>
                    <a:pt x="617220" y="745490"/>
                  </a:cubicBezTo>
                  <a:cubicBezTo>
                    <a:pt x="607060" y="745490"/>
                    <a:pt x="563880" y="770890"/>
                    <a:pt x="537210" y="775970"/>
                  </a:cubicBezTo>
                  <a:cubicBezTo>
                    <a:pt x="509270" y="781050"/>
                    <a:pt x="480060" y="778510"/>
                    <a:pt x="449580" y="778510"/>
                  </a:cubicBezTo>
                  <a:cubicBezTo>
                    <a:pt x="417830" y="778510"/>
                    <a:pt x="379730" y="778510"/>
                    <a:pt x="349250" y="778510"/>
                  </a:cubicBezTo>
                  <a:cubicBezTo>
                    <a:pt x="323850" y="778510"/>
                    <a:pt x="295910" y="779780"/>
                    <a:pt x="278130" y="779780"/>
                  </a:cubicBezTo>
                  <a:cubicBezTo>
                    <a:pt x="267970" y="779780"/>
                    <a:pt x="254000" y="779780"/>
                    <a:pt x="254000" y="779780"/>
                  </a:cubicBezTo>
                  <a:cubicBezTo>
                    <a:pt x="254000" y="779780"/>
                    <a:pt x="247650" y="779780"/>
                    <a:pt x="245110" y="779780"/>
                  </a:cubicBezTo>
                  <a:cubicBezTo>
                    <a:pt x="242570" y="778510"/>
                    <a:pt x="236220" y="778510"/>
                    <a:pt x="236220" y="778510"/>
                  </a:cubicBezTo>
                  <a:cubicBezTo>
                    <a:pt x="236220" y="778510"/>
                    <a:pt x="229870" y="775970"/>
                    <a:pt x="227330" y="774700"/>
                  </a:cubicBezTo>
                  <a:cubicBezTo>
                    <a:pt x="224790" y="773430"/>
                    <a:pt x="219710" y="772160"/>
                    <a:pt x="219710" y="772160"/>
                  </a:cubicBezTo>
                  <a:cubicBezTo>
                    <a:pt x="218440" y="772160"/>
                    <a:pt x="214630" y="768350"/>
                    <a:pt x="212090" y="767080"/>
                  </a:cubicBezTo>
                  <a:cubicBezTo>
                    <a:pt x="209550" y="764540"/>
                    <a:pt x="204470" y="762000"/>
                    <a:pt x="204470" y="762000"/>
                  </a:cubicBezTo>
                  <a:cubicBezTo>
                    <a:pt x="204470" y="762000"/>
                    <a:pt x="200660" y="756920"/>
                    <a:pt x="198120" y="754380"/>
                  </a:cubicBezTo>
                  <a:cubicBezTo>
                    <a:pt x="195580" y="753110"/>
                    <a:pt x="191770" y="748030"/>
                    <a:pt x="191770" y="748030"/>
                  </a:cubicBezTo>
                  <a:cubicBezTo>
                    <a:pt x="191770" y="748030"/>
                    <a:pt x="189230" y="742950"/>
                    <a:pt x="187960" y="740410"/>
                  </a:cubicBezTo>
                  <a:cubicBezTo>
                    <a:pt x="186690" y="736600"/>
                    <a:pt x="182880" y="731520"/>
                    <a:pt x="182880" y="731520"/>
                  </a:cubicBezTo>
                  <a:cubicBezTo>
                    <a:pt x="182880" y="731520"/>
                    <a:pt x="184150" y="730250"/>
                    <a:pt x="182880" y="728980"/>
                  </a:cubicBezTo>
                  <a:cubicBezTo>
                    <a:pt x="179070" y="726440"/>
                    <a:pt x="146050" y="730250"/>
                    <a:pt x="129540" y="730250"/>
                  </a:cubicBezTo>
                  <a:cubicBezTo>
                    <a:pt x="113030" y="730250"/>
                    <a:pt x="81280" y="731520"/>
                    <a:pt x="80010" y="731520"/>
                  </a:cubicBezTo>
                  <a:cubicBezTo>
                    <a:pt x="80010" y="731520"/>
                    <a:pt x="74930" y="730250"/>
                    <a:pt x="71120" y="730250"/>
                  </a:cubicBezTo>
                  <a:cubicBezTo>
                    <a:pt x="68580" y="730250"/>
                    <a:pt x="63500" y="728980"/>
                    <a:pt x="63500" y="728980"/>
                  </a:cubicBezTo>
                  <a:cubicBezTo>
                    <a:pt x="63500" y="728980"/>
                    <a:pt x="57150" y="727710"/>
                    <a:pt x="54610" y="726440"/>
                  </a:cubicBezTo>
                  <a:cubicBezTo>
                    <a:pt x="52070" y="725170"/>
                    <a:pt x="46990" y="722630"/>
                    <a:pt x="46990" y="722630"/>
                  </a:cubicBezTo>
                  <a:cubicBezTo>
                    <a:pt x="46990" y="722630"/>
                    <a:pt x="41910" y="720090"/>
                    <a:pt x="39370" y="717550"/>
                  </a:cubicBezTo>
                  <a:cubicBezTo>
                    <a:pt x="36830" y="716280"/>
                    <a:pt x="31750" y="713740"/>
                    <a:pt x="31750" y="713740"/>
                  </a:cubicBezTo>
                  <a:cubicBezTo>
                    <a:pt x="31750" y="712470"/>
                    <a:pt x="27940" y="708660"/>
                    <a:pt x="26670" y="706120"/>
                  </a:cubicBezTo>
                  <a:cubicBezTo>
                    <a:pt x="24130" y="704850"/>
                    <a:pt x="20320" y="699770"/>
                    <a:pt x="20320" y="699770"/>
                  </a:cubicBezTo>
                  <a:cubicBezTo>
                    <a:pt x="20320" y="699770"/>
                    <a:pt x="17780" y="694690"/>
                    <a:pt x="16510" y="692150"/>
                  </a:cubicBezTo>
                  <a:cubicBezTo>
                    <a:pt x="15240" y="689610"/>
                    <a:pt x="12700" y="684530"/>
                    <a:pt x="12700" y="684530"/>
                  </a:cubicBezTo>
                  <a:cubicBezTo>
                    <a:pt x="12700" y="684530"/>
                    <a:pt x="11430" y="678180"/>
                    <a:pt x="10160" y="675640"/>
                  </a:cubicBezTo>
                  <a:cubicBezTo>
                    <a:pt x="10160" y="673100"/>
                    <a:pt x="8890" y="668020"/>
                    <a:pt x="7620" y="668020"/>
                  </a:cubicBezTo>
                  <a:cubicBezTo>
                    <a:pt x="7620" y="666750"/>
                    <a:pt x="7620" y="661670"/>
                    <a:pt x="7620" y="659130"/>
                  </a:cubicBezTo>
                  <a:cubicBezTo>
                    <a:pt x="7620" y="655320"/>
                    <a:pt x="7620" y="650240"/>
                    <a:pt x="7620" y="650240"/>
                  </a:cubicBezTo>
                  <a:cubicBezTo>
                    <a:pt x="8890" y="650240"/>
                    <a:pt x="10160" y="643890"/>
                    <a:pt x="10160" y="641350"/>
                  </a:cubicBezTo>
                  <a:cubicBezTo>
                    <a:pt x="11430" y="638810"/>
                    <a:pt x="12700" y="632460"/>
                    <a:pt x="12700" y="632460"/>
                  </a:cubicBezTo>
                  <a:cubicBezTo>
                    <a:pt x="12700" y="632460"/>
                    <a:pt x="15240" y="627380"/>
                    <a:pt x="16510" y="624840"/>
                  </a:cubicBezTo>
                  <a:cubicBezTo>
                    <a:pt x="17780" y="622300"/>
                    <a:pt x="20320" y="617220"/>
                    <a:pt x="20320" y="617220"/>
                  </a:cubicBezTo>
                  <a:cubicBezTo>
                    <a:pt x="20320" y="617220"/>
                    <a:pt x="24130" y="613410"/>
                    <a:pt x="26670" y="610870"/>
                  </a:cubicBezTo>
                  <a:cubicBezTo>
                    <a:pt x="27940" y="608330"/>
                    <a:pt x="31750" y="604520"/>
                    <a:pt x="31750" y="604520"/>
                  </a:cubicBezTo>
                  <a:cubicBezTo>
                    <a:pt x="31750" y="604520"/>
                    <a:pt x="36830" y="600710"/>
                    <a:pt x="39370" y="599440"/>
                  </a:cubicBezTo>
                  <a:cubicBezTo>
                    <a:pt x="41910" y="598170"/>
                    <a:pt x="46990" y="594360"/>
                    <a:pt x="46990" y="594360"/>
                  </a:cubicBezTo>
                  <a:cubicBezTo>
                    <a:pt x="46990" y="594360"/>
                    <a:pt x="54610" y="591820"/>
                    <a:pt x="54610" y="591820"/>
                  </a:cubicBezTo>
                  <a:cubicBezTo>
                    <a:pt x="54610" y="590550"/>
                    <a:pt x="50800" y="590550"/>
                    <a:pt x="49530" y="589280"/>
                  </a:cubicBezTo>
                  <a:cubicBezTo>
                    <a:pt x="46990" y="588010"/>
                    <a:pt x="40640" y="586740"/>
                    <a:pt x="40640" y="586740"/>
                  </a:cubicBezTo>
                  <a:cubicBezTo>
                    <a:pt x="40640" y="586740"/>
                    <a:pt x="35560" y="582930"/>
                    <a:pt x="33020" y="581660"/>
                  </a:cubicBezTo>
                  <a:cubicBezTo>
                    <a:pt x="30480" y="579120"/>
                    <a:pt x="25400" y="576580"/>
                    <a:pt x="25400" y="576580"/>
                  </a:cubicBezTo>
                  <a:cubicBezTo>
                    <a:pt x="25400" y="576580"/>
                    <a:pt x="21590" y="571500"/>
                    <a:pt x="19050" y="570230"/>
                  </a:cubicBezTo>
                  <a:cubicBezTo>
                    <a:pt x="17780" y="567690"/>
                    <a:pt x="13970" y="563880"/>
                    <a:pt x="13970" y="562610"/>
                  </a:cubicBezTo>
                  <a:cubicBezTo>
                    <a:pt x="13970" y="562610"/>
                    <a:pt x="10160" y="557530"/>
                    <a:pt x="8890" y="554990"/>
                  </a:cubicBezTo>
                  <a:cubicBezTo>
                    <a:pt x="7620" y="552450"/>
                    <a:pt x="5080" y="547370"/>
                    <a:pt x="5080" y="547370"/>
                  </a:cubicBezTo>
                  <a:cubicBezTo>
                    <a:pt x="5080" y="547370"/>
                    <a:pt x="2540" y="542290"/>
                    <a:pt x="2540" y="538480"/>
                  </a:cubicBezTo>
                  <a:cubicBezTo>
                    <a:pt x="1270" y="535940"/>
                    <a:pt x="0" y="529590"/>
                    <a:pt x="0" y="529590"/>
                  </a:cubicBezTo>
                  <a:cubicBezTo>
                    <a:pt x="0" y="529590"/>
                    <a:pt x="0" y="524510"/>
                    <a:pt x="0" y="520700"/>
                  </a:cubicBezTo>
                  <a:cubicBezTo>
                    <a:pt x="0" y="518160"/>
                    <a:pt x="0" y="511810"/>
                    <a:pt x="0" y="511810"/>
                  </a:cubicBezTo>
                  <a:moveTo>
                    <a:pt x="294640" y="292100"/>
                  </a:moveTo>
                  <a:cubicBezTo>
                    <a:pt x="306070" y="292100"/>
                    <a:pt x="401320" y="289560"/>
                    <a:pt x="448310" y="289560"/>
                  </a:cubicBezTo>
                  <a:cubicBezTo>
                    <a:pt x="487680" y="288290"/>
                    <a:pt x="521970" y="289560"/>
                    <a:pt x="557530" y="289560"/>
                  </a:cubicBezTo>
                  <a:cubicBezTo>
                    <a:pt x="594360" y="288290"/>
                    <a:pt x="665480" y="287020"/>
                    <a:pt x="665480" y="287020"/>
                  </a:cubicBezTo>
                  <a:cubicBezTo>
                    <a:pt x="665480" y="287020"/>
                    <a:pt x="632460" y="287020"/>
                    <a:pt x="605790" y="285750"/>
                  </a:cubicBezTo>
                  <a:cubicBezTo>
                    <a:pt x="553720" y="283210"/>
                    <a:pt x="388620" y="270510"/>
                    <a:pt x="374650" y="270510"/>
                  </a:cubicBezTo>
                  <a:cubicBezTo>
                    <a:pt x="373380" y="270510"/>
                    <a:pt x="373380" y="270510"/>
                    <a:pt x="372110" y="270510"/>
                  </a:cubicBezTo>
                  <a:cubicBezTo>
                    <a:pt x="367030" y="270510"/>
                    <a:pt x="332740" y="265430"/>
                    <a:pt x="326390" y="267970"/>
                  </a:cubicBezTo>
                  <a:cubicBezTo>
                    <a:pt x="325120" y="269240"/>
                    <a:pt x="326390" y="269240"/>
                    <a:pt x="325120" y="271780"/>
                  </a:cubicBezTo>
                  <a:cubicBezTo>
                    <a:pt x="320040" y="275590"/>
                    <a:pt x="294640" y="292100"/>
                    <a:pt x="294640" y="292100"/>
                  </a:cubicBezTo>
                  <a:moveTo>
                    <a:pt x="699770" y="287020"/>
                  </a:moveTo>
                  <a:cubicBezTo>
                    <a:pt x="712470" y="289560"/>
                    <a:pt x="720090" y="292100"/>
                    <a:pt x="723900" y="294640"/>
                  </a:cubicBezTo>
                  <a:cubicBezTo>
                    <a:pt x="727710" y="297180"/>
                    <a:pt x="727710" y="299720"/>
                    <a:pt x="732790" y="300990"/>
                  </a:cubicBezTo>
                  <a:cubicBezTo>
                    <a:pt x="755650" y="307340"/>
                    <a:pt x="845820" y="300990"/>
                    <a:pt x="916940" y="300990"/>
                  </a:cubicBezTo>
                  <a:cubicBezTo>
                    <a:pt x="1012190" y="300990"/>
                    <a:pt x="1143000" y="300990"/>
                    <a:pt x="1253490" y="300990"/>
                  </a:cubicBezTo>
                  <a:cubicBezTo>
                    <a:pt x="1362710" y="300990"/>
                    <a:pt x="1487170" y="300990"/>
                    <a:pt x="1577340" y="300990"/>
                  </a:cubicBezTo>
                  <a:cubicBezTo>
                    <a:pt x="1643380" y="300990"/>
                    <a:pt x="1746250" y="299720"/>
                    <a:pt x="1746250" y="299720"/>
                  </a:cubicBezTo>
                  <a:cubicBezTo>
                    <a:pt x="1746250" y="298450"/>
                    <a:pt x="1355090" y="298450"/>
                    <a:pt x="1173480" y="295910"/>
                  </a:cubicBezTo>
                  <a:cubicBezTo>
                    <a:pt x="1008380" y="294640"/>
                    <a:pt x="699770" y="287020"/>
                    <a:pt x="699770" y="287020"/>
                  </a:cubicBezTo>
                  <a:moveTo>
                    <a:pt x="1677670" y="457200"/>
                  </a:moveTo>
                  <a:cubicBezTo>
                    <a:pt x="1791970" y="458470"/>
                    <a:pt x="1791970" y="458470"/>
                    <a:pt x="1791970" y="458470"/>
                  </a:cubicBezTo>
                  <a:cubicBezTo>
                    <a:pt x="1791970" y="458470"/>
                    <a:pt x="1794510" y="454660"/>
                    <a:pt x="1797050" y="452120"/>
                  </a:cubicBezTo>
                  <a:cubicBezTo>
                    <a:pt x="1798320" y="450850"/>
                    <a:pt x="1800860" y="447040"/>
                    <a:pt x="1800860" y="447040"/>
                  </a:cubicBezTo>
                  <a:cubicBezTo>
                    <a:pt x="1800860" y="447040"/>
                    <a:pt x="1804670" y="443230"/>
                    <a:pt x="1805940" y="441960"/>
                  </a:cubicBezTo>
                  <a:cubicBezTo>
                    <a:pt x="1808480" y="440690"/>
                    <a:pt x="1811020" y="436880"/>
                    <a:pt x="1811020" y="436880"/>
                  </a:cubicBezTo>
                  <a:cubicBezTo>
                    <a:pt x="1812290" y="436880"/>
                    <a:pt x="1816100" y="435610"/>
                    <a:pt x="1818640" y="434340"/>
                  </a:cubicBezTo>
                  <a:cubicBezTo>
                    <a:pt x="1819910" y="433070"/>
                    <a:pt x="1823720" y="430530"/>
                    <a:pt x="1824990" y="430530"/>
                  </a:cubicBezTo>
                  <a:cubicBezTo>
                    <a:pt x="1824990" y="430530"/>
                    <a:pt x="1828800" y="430530"/>
                    <a:pt x="1831340" y="429260"/>
                  </a:cubicBezTo>
                  <a:cubicBezTo>
                    <a:pt x="1833880" y="429260"/>
                    <a:pt x="1837690" y="427990"/>
                    <a:pt x="1837690" y="427990"/>
                  </a:cubicBezTo>
                  <a:cubicBezTo>
                    <a:pt x="1837690" y="427990"/>
                    <a:pt x="1838960" y="427990"/>
                    <a:pt x="1838960" y="427990"/>
                  </a:cubicBezTo>
                  <a:cubicBezTo>
                    <a:pt x="1838960" y="427990"/>
                    <a:pt x="1951990" y="420370"/>
                    <a:pt x="2023110" y="414020"/>
                  </a:cubicBezTo>
                  <a:cubicBezTo>
                    <a:pt x="2120900" y="405130"/>
                    <a:pt x="2258060" y="387350"/>
                    <a:pt x="2369820" y="379730"/>
                  </a:cubicBezTo>
                  <a:cubicBezTo>
                    <a:pt x="2473960" y="373380"/>
                    <a:pt x="2674620" y="370840"/>
                    <a:pt x="2674620" y="370840"/>
                  </a:cubicBezTo>
                  <a:cubicBezTo>
                    <a:pt x="2674620" y="370840"/>
                    <a:pt x="2668270" y="369570"/>
                    <a:pt x="2667000" y="369570"/>
                  </a:cubicBezTo>
                  <a:cubicBezTo>
                    <a:pt x="2667000" y="369570"/>
                    <a:pt x="2663190" y="368300"/>
                    <a:pt x="2660650" y="367030"/>
                  </a:cubicBezTo>
                  <a:cubicBezTo>
                    <a:pt x="2658110" y="365760"/>
                    <a:pt x="2654300" y="364490"/>
                    <a:pt x="2654300" y="364490"/>
                  </a:cubicBezTo>
                  <a:cubicBezTo>
                    <a:pt x="2654300" y="364490"/>
                    <a:pt x="2650490" y="361950"/>
                    <a:pt x="2647950" y="360680"/>
                  </a:cubicBezTo>
                  <a:cubicBezTo>
                    <a:pt x="2646680" y="359410"/>
                    <a:pt x="2642870" y="356870"/>
                    <a:pt x="2642870" y="356870"/>
                  </a:cubicBezTo>
                  <a:cubicBezTo>
                    <a:pt x="2642870" y="356870"/>
                    <a:pt x="2639060" y="353060"/>
                    <a:pt x="2637790" y="351790"/>
                  </a:cubicBezTo>
                  <a:cubicBezTo>
                    <a:pt x="2636520" y="349250"/>
                    <a:pt x="2632710" y="345440"/>
                    <a:pt x="2632710" y="345440"/>
                  </a:cubicBezTo>
                  <a:cubicBezTo>
                    <a:pt x="2632710" y="345440"/>
                    <a:pt x="2631440" y="341630"/>
                    <a:pt x="2630170" y="339090"/>
                  </a:cubicBezTo>
                  <a:cubicBezTo>
                    <a:pt x="2628900" y="337820"/>
                    <a:pt x="2626360" y="334010"/>
                    <a:pt x="2626360" y="332740"/>
                  </a:cubicBezTo>
                  <a:cubicBezTo>
                    <a:pt x="2626360" y="332740"/>
                    <a:pt x="2625090" y="328930"/>
                    <a:pt x="2625090" y="326390"/>
                  </a:cubicBezTo>
                  <a:cubicBezTo>
                    <a:pt x="2623820" y="323850"/>
                    <a:pt x="2622550" y="320040"/>
                    <a:pt x="2622550" y="320040"/>
                  </a:cubicBezTo>
                  <a:cubicBezTo>
                    <a:pt x="2622550" y="318770"/>
                    <a:pt x="2622550" y="314960"/>
                    <a:pt x="2622550" y="312420"/>
                  </a:cubicBezTo>
                  <a:cubicBezTo>
                    <a:pt x="2622550" y="309880"/>
                    <a:pt x="2622550" y="304800"/>
                    <a:pt x="2622550" y="304800"/>
                  </a:cubicBezTo>
                  <a:cubicBezTo>
                    <a:pt x="2622550" y="304800"/>
                    <a:pt x="2625090" y="302260"/>
                    <a:pt x="2623820" y="300990"/>
                  </a:cubicBezTo>
                  <a:cubicBezTo>
                    <a:pt x="2617470" y="292100"/>
                    <a:pt x="2508250" y="300990"/>
                    <a:pt x="2423160" y="300990"/>
                  </a:cubicBezTo>
                  <a:cubicBezTo>
                    <a:pt x="2272030" y="300990"/>
                    <a:pt x="1859280" y="299720"/>
                    <a:pt x="1799590" y="299720"/>
                  </a:cubicBezTo>
                  <a:cubicBezTo>
                    <a:pt x="1789430" y="299720"/>
                    <a:pt x="1781810" y="299720"/>
                    <a:pt x="1781810" y="299720"/>
                  </a:cubicBezTo>
                  <a:cubicBezTo>
                    <a:pt x="1781810" y="299720"/>
                    <a:pt x="1783080" y="299720"/>
                    <a:pt x="1783080" y="299720"/>
                  </a:cubicBezTo>
                  <a:cubicBezTo>
                    <a:pt x="1785620" y="299720"/>
                    <a:pt x="1790700" y="300990"/>
                    <a:pt x="1790700" y="300990"/>
                  </a:cubicBezTo>
                  <a:cubicBezTo>
                    <a:pt x="1790700" y="300990"/>
                    <a:pt x="1795780" y="302260"/>
                    <a:pt x="1797050" y="303530"/>
                  </a:cubicBezTo>
                  <a:cubicBezTo>
                    <a:pt x="1799590" y="303530"/>
                    <a:pt x="1804670" y="304800"/>
                    <a:pt x="1804670" y="304800"/>
                  </a:cubicBezTo>
                  <a:cubicBezTo>
                    <a:pt x="1804670" y="304800"/>
                    <a:pt x="1808480" y="308610"/>
                    <a:pt x="1811020" y="309880"/>
                  </a:cubicBezTo>
                  <a:cubicBezTo>
                    <a:pt x="1812290" y="311150"/>
                    <a:pt x="1816100" y="313690"/>
                    <a:pt x="1816100" y="313690"/>
                  </a:cubicBezTo>
                  <a:cubicBezTo>
                    <a:pt x="1816100" y="313690"/>
                    <a:pt x="1819910" y="317500"/>
                    <a:pt x="1821180" y="318770"/>
                  </a:cubicBezTo>
                  <a:cubicBezTo>
                    <a:pt x="1823720" y="320040"/>
                    <a:pt x="1826260" y="323850"/>
                    <a:pt x="1826260" y="323850"/>
                  </a:cubicBezTo>
                  <a:cubicBezTo>
                    <a:pt x="1826260" y="323850"/>
                    <a:pt x="1828800" y="328930"/>
                    <a:pt x="1830070" y="330200"/>
                  </a:cubicBezTo>
                  <a:cubicBezTo>
                    <a:pt x="1831340" y="332740"/>
                    <a:pt x="1833880" y="336550"/>
                    <a:pt x="1833880" y="336550"/>
                  </a:cubicBezTo>
                  <a:cubicBezTo>
                    <a:pt x="1833880" y="336550"/>
                    <a:pt x="1835150" y="341630"/>
                    <a:pt x="1835150" y="344170"/>
                  </a:cubicBezTo>
                  <a:cubicBezTo>
                    <a:pt x="1836420" y="346710"/>
                    <a:pt x="1837690" y="350520"/>
                    <a:pt x="1837690" y="350520"/>
                  </a:cubicBezTo>
                  <a:cubicBezTo>
                    <a:pt x="1837690" y="351790"/>
                    <a:pt x="1837690" y="355600"/>
                    <a:pt x="1837690" y="358140"/>
                  </a:cubicBezTo>
                  <a:cubicBezTo>
                    <a:pt x="1837690" y="360680"/>
                    <a:pt x="1837690" y="365760"/>
                    <a:pt x="1837690" y="365760"/>
                  </a:cubicBezTo>
                  <a:cubicBezTo>
                    <a:pt x="1837690" y="365760"/>
                    <a:pt x="1836420" y="370840"/>
                    <a:pt x="1836420" y="373380"/>
                  </a:cubicBezTo>
                  <a:cubicBezTo>
                    <a:pt x="1835150" y="374650"/>
                    <a:pt x="1833880" y="379730"/>
                    <a:pt x="1833880" y="379730"/>
                  </a:cubicBezTo>
                  <a:cubicBezTo>
                    <a:pt x="1833880" y="379730"/>
                    <a:pt x="1832610" y="384810"/>
                    <a:pt x="1831340" y="386080"/>
                  </a:cubicBezTo>
                  <a:cubicBezTo>
                    <a:pt x="1830070" y="388620"/>
                    <a:pt x="1827530" y="392430"/>
                    <a:pt x="1827530" y="392430"/>
                  </a:cubicBezTo>
                  <a:cubicBezTo>
                    <a:pt x="1827530" y="393700"/>
                    <a:pt x="1824990" y="396240"/>
                    <a:pt x="1823720" y="398780"/>
                  </a:cubicBezTo>
                  <a:cubicBezTo>
                    <a:pt x="1821180" y="400050"/>
                    <a:pt x="1818640" y="403860"/>
                    <a:pt x="1818640" y="403860"/>
                  </a:cubicBezTo>
                  <a:cubicBezTo>
                    <a:pt x="1818640" y="403860"/>
                    <a:pt x="1814830" y="406400"/>
                    <a:pt x="1812290" y="408940"/>
                  </a:cubicBezTo>
                  <a:cubicBezTo>
                    <a:pt x="1811020" y="410210"/>
                    <a:pt x="1807210" y="412750"/>
                    <a:pt x="1805940" y="412750"/>
                  </a:cubicBezTo>
                  <a:cubicBezTo>
                    <a:pt x="1805940" y="412750"/>
                    <a:pt x="1802130" y="414020"/>
                    <a:pt x="1799590" y="415290"/>
                  </a:cubicBezTo>
                  <a:cubicBezTo>
                    <a:pt x="1797050" y="416560"/>
                    <a:pt x="1793240" y="417830"/>
                    <a:pt x="1793240" y="417830"/>
                  </a:cubicBezTo>
                  <a:cubicBezTo>
                    <a:pt x="1793240" y="417830"/>
                    <a:pt x="1788160" y="419100"/>
                    <a:pt x="1785620" y="419100"/>
                  </a:cubicBezTo>
                  <a:cubicBezTo>
                    <a:pt x="1783080" y="419100"/>
                    <a:pt x="1778000" y="420370"/>
                    <a:pt x="1778000" y="420370"/>
                  </a:cubicBezTo>
                  <a:cubicBezTo>
                    <a:pt x="1775460" y="420370"/>
                    <a:pt x="1731010" y="419100"/>
                    <a:pt x="1717040" y="419100"/>
                  </a:cubicBezTo>
                  <a:cubicBezTo>
                    <a:pt x="1709420" y="419100"/>
                    <a:pt x="1701800" y="419100"/>
                    <a:pt x="1700530" y="419100"/>
                  </a:cubicBezTo>
                  <a:cubicBezTo>
                    <a:pt x="1699260" y="420370"/>
                    <a:pt x="1699260" y="420370"/>
                    <a:pt x="1699260" y="420370"/>
                  </a:cubicBezTo>
                  <a:cubicBezTo>
                    <a:pt x="1699260" y="421640"/>
                    <a:pt x="1699260" y="427990"/>
                    <a:pt x="1699260" y="427990"/>
                  </a:cubicBezTo>
                  <a:cubicBezTo>
                    <a:pt x="1699260" y="427990"/>
                    <a:pt x="1696720" y="431800"/>
                    <a:pt x="1695450" y="434340"/>
                  </a:cubicBezTo>
                  <a:cubicBezTo>
                    <a:pt x="1695450" y="435610"/>
                    <a:pt x="1692910" y="440690"/>
                    <a:pt x="1692910" y="440690"/>
                  </a:cubicBezTo>
                  <a:cubicBezTo>
                    <a:pt x="1692910" y="440690"/>
                    <a:pt x="1690370" y="444500"/>
                    <a:pt x="1689100" y="445770"/>
                  </a:cubicBezTo>
                  <a:cubicBezTo>
                    <a:pt x="1687830" y="448310"/>
                    <a:pt x="1685290" y="452120"/>
                    <a:pt x="1685290" y="452120"/>
                  </a:cubicBezTo>
                  <a:cubicBezTo>
                    <a:pt x="1685290" y="452120"/>
                    <a:pt x="1681480" y="454660"/>
                    <a:pt x="1678940" y="455930"/>
                  </a:cubicBezTo>
                  <a:cubicBezTo>
                    <a:pt x="1678940" y="457200"/>
                    <a:pt x="1677670" y="457200"/>
                    <a:pt x="1677670" y="457200"/>
                  </a:cubicBezTo>
                  <a:moveTo>
                    <a:pt x="2117090" y="645160"/>
                  </a:moveTo>
                  <a:cubicBezTo>
                    <a:pt x="2266950" y="643890"/>
                    <a:pt x="2372360" y="647700"/>
                    <a:pt x="2374900" y="643890"/>
                  </a:cubicBezTo>
                  <a:cubicBezTo>
                    <a:pt x="2374900" y="643890"/>
                    <a:pt x="2374900" y="642620"/>
                    <a:pt x="2374900" y="642620"/>
                  </a:cubicBezTo>
                  <a:cubicBezTo>
                    <a:pt x="2374900" y="642620"/>
                    <a:pt x="2374900" y="637540"/>
                    <a:pt x="2374900" y="635000"/>
                  </a:cubicBezTo>
                  <a:cubicBezTo>
                    <a:pt x="2374900" y="633730"/>
                    <a:pt x="2374900" y="628650"/>
                    <a:pt x="2374900" y="628650"/>
                  </a:cubicBezTo>
                  <a:cubicBezTo>
                    <a:pt x="2374900" y="628650"/>
                    <a:pt x="2376170" y="626110"/>
                    <a:pt x="2376170" y="624840"/>
                  </a:cubicBezTo>
                  <a:cubicBezTo>
                    <a:pt x="2371090" y="617220"/>
                    <a:pt x="2256790" y="619760"/>
                    <a:pt x="2241550" y="624840"/>
                  </a:cubicBezTo>
                  <a:cubicBezTo>
                    <a:pt x="2237740" y="624840"/>
                    <a:pt x="2237740" y="626110"/>
                    <a:pt x="2235200" y="627380"/>
                  </a:cubicBezTo>
                  <a:cubicBezTo>
                    <a:pt x="2232660" y="628650"/>
                    <a:pt x="2228850" y="631190"/>
                    <a:pt x="2228850" y="631190"/>
                  </a:cubicBezTo>
                  <a:cubicBezTo>
                    <a:pt x="2228850" y="631190"/>
                    <a:pt x="2223770" y="632460"/>
                    <a:pt x="2221230" y="633730"/>
                  </a:cubicBezTo>
                  <a:cubicBezTo>
                    <a:pt x="2218690" y="635000"/>
                    <a:pt x="2213610" y="636270"/>
                    <a:pt x="2212340" y="636270"/>
                  </a:cubicBezTo>
                  <a:cubicBezTo>
                    <a:pt x="2212340" y="636270"/>
                    <a:pt x="2117090" y="645160"/>
                    <a:pt x="2117090" y="645160"/>
                  </a:cubicBezTo>
                  <a:moveTo>
                    <a:pt x="3528060" y="372110"/>
                  </a:moveTo>
                  <a:cubicBezTo>
                    <a:pt x="3531870" y="372110"/>
                    <a:pt x="3528060" y="372110"/>
                    <a:pt x="3528060" y="372110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4733925" y="1177290"/>
            <a:ext cx="211455" cy="194310"/>
            <a:chOff x="0" y="0"/>
            <a:chExt cx="281940" cy="259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50146" y="50800"/>
              <a:ext cx="180994" cy="157726"/>
            </a:xfrm>
            <a:custGeom>
              <a:avLst/>
              <a:gdLst/>
              <a:ahLst/>
              <a:cxnLst/>
              <a:rect r="r" b="b" t="t" l="l"/>
              <a:pathLst>
                <a:path h="157726" w="180994">
                  <a:moveTo>
                    <a:pt x="103524" y="0"/>
                  </a:moveTo>
                  <a:cubicBezTo>
                    <a:pt x="164484" y="29210"/>
                    <a:pt x="180994" y="59690"/>
                    <a:pt x="180994" y="81280"/>
                  </a:cubicBezTo>
                  <a:cubicBezTo>
                    <a:pt x="179724" y="101600"/>
                    <a:pt x="161944" y="132080"/>
                    <a:pt x="142894" y="142240"/>
                  </a:cubicBezTo>
                  <a:cubicBezTo>
                    <a:pt x="125114" y="153670"/>
                    <a:pt x="90824" y="154940"/>
                    <a:pt x="71774" y="146050"/>
                  </a:cubicBezTo>
                  <a:cubicBezTo>
                    <a:pt x="51454" y="137160"/>
                    <a:pt x="31134" y="110490"/>
                    <a:pt x="27324" y="88900"/>
                  </a:cubicBezTo>
                  <a:cubicBezTo>
                    <a:pt x="23514" y="68580"/>
                    <a:pt x="34944" y="35560"/>
                    <a:pt x="50184" y="20320"/>
                  </a:cubicBezTo>
                  <a:cubicBezTo>
                    <a:pt x="65424" y="6350"/>
                    <a:pt x="99714" y="-2540"/>
                    <a:pt x="120034" y="1270"/>
                  </a:cubicBezTo>
                  <a:cubicBezTo>
                    <a:pt x="140354" y="6350"/>
                    <a:pt x="167024" y="27940"/>
                    <a:pt x="174644" y="48260"/>
                  </a:cubicBezTo>
                  <a:cubicBezTo>
                    <a:pt x="183534" y="68580"/>
                    <a:pt x="177184" y="102870"/>
                    <a:pt x="167024" y="119380"/>
                  </a:cubicBezTo>
                  <a:cubicBezTo>
                    <a:pt x="159404" y="134620"/>
                    <a:pt x="142894" y="143510"/>
                    <a:pt x="127654" y="149860"/>
                  </a:cubicBezTo>
                  <a:cubicBezTo>
                    <a:pt x="114954" y="154940"/>
                    <a:pt x="99714" y="158750"/>
                    <a:pt x="84474" y="157480"/>
                  </a:cubicBezTo>
                  <a:cubicBezTo>
                    <a:pt x="66694" y="156210"/>
                    <a:pt x="43834" y="151130"/>
                    <a:pt x="29864" y="139700"/>
                  </a:cubicBezTo>
                  <a:cubicBezTo>
                    <a:pt x="15894" y="128270"/>
                    <a:pt x="4464" y="107950"/>
                    <a:pt x="654" y="90170"/>
                  </a:cubicBezTo>
                  <a:cubicBezTo>
                    <a:pt x="-1886" y="72390"/>
                    <a:pt x="3194" y="49530"/>
                    <a:pt x="12084" y="34290"/>
                  </a:cubicBezTo>
                  <a:cubicBezTo>
                    <a:pt x="20974" y="19050"/>
                    <a:pt x="57804" y="0"/>
                    <a:pt x="57804" y="0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4862512" y="1178242"/>
            <a:ext cx="184785" cy="184785"/>
            <a:chOff x="0" y="0"/>
            <a:chExt cx="246380" cy="2463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48157" y="50749"/>
              <a:ext cx="144883" cy="149541"/>
            </a:xfrm>
            <a:custGeom>
              <a:avLst/>
              <a:gdLst/>
              <a:ahLst/>
              <a:cxnLst/>
              <a:rect r="r" b="b" t="t" l="l"/>
              <a:pathLst>
                <a:path h="149541" w="144883">
                  <a:moveTo>
                    <a:pt x="144883" y="53391"/>
                  </a:moveTo>
                  <a:cubicBezTo>
                    <a:pt x="142343" y="106731"/>
                    <a:pt x="123293" y="135941"/>
                    <a:pt x="104243" y="144831"/>
                  </a:cubicBezTo>
                  <a:cubicBezTo>
                    <a:pt x="85193" y="153721"/>
                    <a:pt x="49633" y="148641"/>
                    <a:pt x="33123" y="141021"/>
                  </a:cubicBezTo>
                  <a:cubicBezTo>
                    <a:pt x="21693" y="134671"/>
                    <a:pt x="12803" y="127051"/>
                    <a:pt x="7723" y="114351"/>
                  </a:cubicBezTo>
                  <a:cubicBezTo>
                    <a:pt x="103" y="97841"/>
                    <a:pt x="-2437" y="62281"/>
                    <a:pt x="2643" y="44501"/>
                  </a:cubicBezTo>
                  <a:cubicBezTo>
                    <a:pt x="6453" y="31801"/>
                    <a:pt x="16613" y="22911"/>
                    <a:pt x="25503" y="15291"/>
                  </a:cubicBezTo>
                  <a:cubicBezTo>
                    <a:pt x="34393" y="7671"/>
                    <a:pt x="45823" y="1321"/>
                    <a:pt x="58523" y="51"/>
                  </a:cubicBezTo>
                  <a:cubicBezTo>
                    <a:pt x="77573" y="-1219"/>
                    <a:pt x="127103" y="21641"/>
                    <a:pt x="127103" y="21641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4806315" y="1214438"/>
            <a:ext cx="189548" cy="182880"/>
            <a:chOff x="0" y="0"/>
            <a:chExt cx="252730" cy="243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50604" y="49929"/>
              <a:ext cx="148786" cy="147822"/>
            </a:xfrm>
            <a:custGeom>
              <a:avLst/>
              <a:gdLst/>
              <a:ahLst/>
              <a:cxnLst/>
              <a:rect r="r" b="b" t="t" l="l"/>
              <a:pathLst>
                <a:path h="147822" w="148786">
                  <a:moveTo>
                    <a:pt x="148786" y="51671"/>
                  </a:moveTo>
                  <a:cubicBezTo>
                    <a:pt x="144976" y="105011"/>
                    <a:pt x="125926" y="135491"/>
                    <a:pt x="106876" y="143111"/>
                  </a:cubicBezTo>
                  <a:cubicBezTo>
                    <a:pt x="87826" y="152001"/>
                    <a:pt x="53536" y="146921"/>
                    <a:pt x="37026" y="139301"/>
                  </a:cubicBezTo>
                  <a:cubicBezTo>
                    <a:pt x="24326" y="134221"/>
                    <a:pt x="16706" y="124061"/>
                    <a:pt x="10356" y="113901"/>
                  </a:cubicBezTo>
                  <a:cubicBezTo>
                    <a:pt x="4006" y="103741"/>
                    <a:pt x="-1074" y="92311"/>
                    <a:pt x="196" y="78341"/>
                  </a:cubicBezTo>
                  <a:cubicBezTo>
                    <a:pt x="1466" y="60561"/>
                    <a:pt x="12896" y="27541"/>
                    <a:pt x="29406" y="14841"/>
                  </a:cubicBezTo>
                  <a:cubicBezTo>
                    <a:pt x="45916" y="871"/>
                    <a:pt x="80206" y="-1669"/>
                    <a:pt x="97986" y="871"/>
                  </a:cubicBezTo>
                  <a:cubicBezTo>
                    <a:pt x="111956" y="3411"/>
                    <a:pt x="129736" y="19921"/>
                    <a:pt x="129736" y="19921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48715" y="1062990"/>
            <a:ext cx="2018348" cy="273368"/>
            <a:chOff x="0" y="0"/>
            <a:chExt cx="2691130" cy="36449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50608" y="43797"/>
              <a:ext cx="2589916" cy="282173"/>
            </a:xfrm>
            <a:custGeom>
              <a:avLst/>
              <a:gdLst/>
              <a:ahLst/>
              <a:cxnLst/>
              <a:rect r="r" b="b" t="t" l="l"/>
              <a:pathLst>
                <a:path h="282173" w="2589916">
                  <a:moveTo>
                    <a:pt x="1765492" y="102253"/>
                  </a:moveTo>
                  <a:cubicBezTo>
                    <a:pt x="2521142" y="103523"/>
                    <a:pt x="2528762" y="90823"/>
                    <a:pt x="2542732" y="93363"/>
                  </a:cubicBezTo>
                  <a:cubicBezTo>
                    <a:pt x="2556702" y="95903"/>
                    <a:pt x="2570672" y="107333"/>
                    <a:pt x="2578292" y="118763"/>
                  </a:cubicBezTo>
                  <a:cubicBezTo>
                    <a:pt x="2585912" y="130193"/>
                    <a:pt x="2590992" y="147973"/>
                    <a:pt x="2589722" y="160673"/>
                  </a:cubicBezTo>
                  <a:cubicBezTo>
                    <a:pt x="2587182" y="174643"/>
                    <a:pt x="2579562" y="191153"/>
                    <a:pt x="2569402" y="200043"/>
                  </a:cubicBezTo>
                  <a:cubicBezTo>
                    <a:pt x="2559242" y="208933"/>
                    <a:pt x="2550352" y="211473"/>
                    <a:pt x="2528762" y="215283"/>
                  </a:cubicBezTo>
                  <a:cubicBezTo>
                    <a:pt x="2434782" y="227983"/>
                    <a:pt x="2018222" y="159403"/>
                    <a:pt x="1782002" y="145433"/>
                  </a:cubicBezTo>
                  <a:cubicBezTo>
                    <a:pt x="1568642" y="134003"/>
                    <a:pt x="1341312" y="132733"/>
                    <a:pt x="1173672" y="134003"/>
                  </a:cubicBezTo>
                  <a:cubicBezTo>
                    <a:pt x="1055562" y="134003"/>
                    <a:pt x="945072" y="132733"/>
                    <a:pt x="872682" y="141623"/>
                  </a:cubicBezTo>
                  <a:cubicBezTo>
                    <a:pt x="832042" y="147973"/>
                    <a:pt x="805372" y="154323"/>
                    <a:pt x="777432" y="165753"/>
                  </a:cubicBezTo>
                  <a:cubicBezTo>
                    <a:pt x="752032" y="175913"/>
                    <a:pt x="732982" y="203853"/>
                    <a:pt x="712662" y="205123"/>
                  </a:cubicBezTo>
                  <a:cubicBezTo>
                    <a:pt x="694882" y="207663"/>
                    <a:pt x="675832" y="198773"/>
                    <a:pt x="663132" y="187343"/>
                  </a:cubicBezTo>
                  <a:cubicBezTo>
                    <a:pt x="650432" y="177183"/>
                    <a:pt x="640272" y="158133"/>
                    <a:pt x="637732" y="141623"/>
                  </a:cubicBezTo>
                  <a:cubicBezTo>
                    <a:pt x="636462" y="126383"/>
                    <a:pt x="641542" y="104793"/>
                    <a:pt x="650432" y="90823"/>
                  </a:cubicBezTo>
                  <a:cubicBezTo>
                    <a:pt x="659322" y="78123"/>
                    <a:pt x="672022" y="66693"/>
                    <a:pt x="692342" y="61613"/>
                  </a:cubicBezTo>
                  <a:cubicBezTo>
                    <a:pt x="730442" y="50183"/>
                    <a:pt x="828232" y="59073"/>
                    <a:pt x="877762" y="73043"/>
                  </a:cubicBezTo>
                  <a:cubicBezTo>
                    <a:pt x="914592" y="84473"/>
                    <a:pt x="950152" y="103523"/>
                    <a:pt x="969202" y="126383"/>
                  </a:cubicBezTo>
                  <a:cubicBezTo>
                    <a:pt x="984442" y="145433"/>
                    <a:pt x="994602" y="173373"/>
                    <a:pt x="990792" y="193693"/>
                  </a:cubicBezTo>
                  <a:cubicBezTo>
                    <a:pt x="988252" y="214013"/>
                    <a:pt x="964122" y="240683"/>
                    <a:pt x="948882" y="249573"/>
                  </a:cubicBezTo>
                  <a:cubicBezTo>
                    <a:pt x="937452" y="257193"/>
                    <a:pt x="926022" y="258463"/>
                    <a:pt x="913322" y="257193"/>
                  </a:cubicBezTo>
                  <a:cubicBezTo>
                    <a:pt x="898082" y="255923"/>
                    <a:pt x="885382" y="238143"/>
                    <a:pt x="863792" y="236873"/>
                  </a:cubicBezTo>
                  <a:cubicBezTo>
                    <a:pt x="828232" y="233063"/>
                    <a:pt x="783782" y="257193"/>
                    <a:pt x="716472" y="263543"/>
                  </a:cubicBezTo>
                  <a:cubicBezTo>
                    <a:pt x="579312" y="277513"/>
                    <a:pt x="181802" y="294023"/>
                    <a:pt x="80202" y="269893"/>
                  </a:cubicBezTo>
                  <a:cubicBezTo>
                    <a:pt x="45912" y="261003"/>
                    <a:pt x="26862" y="253383"/>
                    <a:pt x="14162" y="234333"/>
                  </a:cubicBezTo>
                  <a:cubicBezTo>
                    <a:pt x="1462" y="216553"/>
                    <a:pt x="-2348" y="180993"/>
                    <a:pt x="6542" y="160673"/>
                  </a:cubicBezTo>
                  <a:cubicBezTo>
                    <a:pt x="14162" y="140353"/>
                    <a:pt x="42102" y="116223"/>
                    <a:pt x="63692" y="112413"/>
                  </a:cubicBezTo>
                  <a:cubicBezTo>
                    <a:pt x="85282" y="107333"/>
                    <a:pt x="119572" y="116223"/>
                    <a:pt x="134812" y="131463"/>
                  </a:cubicBezTo>
                  <a:cubicBezTo>
                    <a:pt x="151322" y="146703"/>
                    <a:pt x="162752" y="180993"/>
                    <a:pt x="158942" y="202583"/>
                  </a:cubicBezTo>
                  <a:cubicBezTo>
                    <a:pt x="155132" y="224173"/>
                    <a:pt x="133542" y="253383"/>
                    <a:pt x="114492" y="262273"/>
                  </a:cubicBezTo>
                  <a:cubicBezTo>
                    <a:pt x="94172" y="271163"/>
                    <a:pt x="58612" y="269893"/>
                    <a:pt x="39562" y="258463"/>
                  </a:cubicBezTo>
                  <a:cubicBezTo>
                    <a:pt x="20512" y="247033"/>
                    <a:pt x="4002" y="215283"/>
                    <a:pt x="192" y="193693"/>
                  </a:cubicBezTo>
                  <a:cubicBezTo>
                    <a:pt x="-1078" y="177183"/>
                    <a:pt x="4002" y="158133"/>
                    <a:pt x="14162" y="145433"/>
                  </a:cubicBezTo>
                  <a:cubicBezTo>
                    <a:pt x="26862" y="128923"/>
                    <a:pt x="44642" y="118763"/>
                    <a:pt x="80202" y="109873"/>
                  </a:cubicBezTo>
                  <a:cubicBezTo>
                    <a:pt x="198312" y="80663"/>
                    <a:pt x="744412" y="103523"/>
                    <a:pt x="879032" y="113683"/>
                  </a:cubicBezTo>
                  <a:cubicBezTo>
                    <a:pt x="923482" y="117493"/>
                    <a:pt x="950152" y="114953"/>
                    <a:pt x="969202" y="126383"/>
                  </a:cubicBezTo>
                  <a:cubicBezTo>
                    <a:pt x="980632" y="134003"/>
                    <a:pt x="984442" y="145433"/>
                    <a:pt x="988252" y="156863"/>
                  </a:cubicBezTo>
                  <a:cubicBezTo>
                    <a:pt x="992062" y="172103"/>
                    <a:pt x="993332" y="194963"/>
                    <a:pt x="985712" y="211473"/>
                  </a:cubicBezTo>
                  <a:cubicBezTo>
                    <a:pt x="976822" y="229253"/>
                    <a:pt x="950152" y="250843"/>
                    <a:pt x="931102" y="255923"/>
                  </a:cubicBezTo>
                  <a:cubicBezTo>
                    <a:pt x="914592" y="261003"/>
                    <a:pt x="891732" y="255923"/>
                    <a:pt x="877762" y="247033"/>
                  </a:cubicBezTo>
                  <a:cubicBezTo>
                    <a:pt x="865062" y="239413"/>
                    <a:pt x="865062" y="220363"/>
                    <a:pt x="847282" y="211473"/>
                  </a:cubicBezTo>
                  <a:cubicBezTo>
                    <a:pt x="815532" y="194963"/>
                    <a:pt x="712662" y="217823"/>
                    <a:pt x="678372" y="197503"/>
                  </a:cubicBezTo>
                  <a:cubicBezTo>
                    <a:pt x="655512" y="184803"/>
                    <a:pt x="641542" y="160673"/>
                    <a:pt x="637732" y="141623"/>
                  </a:cubicBezTo>
                  <a:cubicBezTo>
                    <a:pt x="635192" y="125113"/>
                    <a:pt x="641542" y="106063"/>
                    <a:pt x="650432" y="90823"/>
                  </a:cubicBezTo>
                  <a:cubicBezTo>
                    <a:pt x="658052" y="76853"/>
                    <a:pt x="669482" y="65423"/>
                    <a:pt x="689802" y="55263"/>
                  </a:cubicBezTo>
                  <a:cubicBezTo>
                    <a:pt x="727902" y="34943"/>
                    <a:pt x="787592" y="17163"/>
                    <a:pt x="872682" y="7003"/>
                  </a:cubicBezTo>
                  <a:cubicBezTo>
                    <a:pt x="1060642" y="-14587"/>
                    <a:pt x="1572452" y="19703"/>
                    <a:pt x="1789622" y="29863"/>
                  </a:cubicBezTo>
                  <a:cubicBezTo>
                    <a:pt x="1910272" y="34943"/>
                    <a:pt x="1975042" y="37483"/>
                    <a:pt x="2070292" y="47643"/>
                  </a:cubicBezTo>
                  <a:cubicBezTo>
                    <a:pt x="2169352" y="57803"/>
                    <a:pt x="2284922" y="81933"/>
                    <a:pt x="2371282" y="88283"/>
                  </a:cubicBezTo>
                  <a:cubicBezTo>
                    <a:pt x="2436052" y="94633"/>
                    <a:pt x="2508442" y="81933"/>
                    <a:pt x="2542732" y="93363"/>
                  </a:cubicBezTo>
                  <a:cubicBezTo>
                    <a:pt x="2560512" y="99713"/>
                    <a:pt x="2571942" y="106063"/>
                    <a:pt x="2578292" y="118763"/>
                  </a:cubicBezTo>
                  <a:cubicBezTo>
                    <a:pt x="2587182" y="132733"/>
                    <a:pt x="2590992" y="159403"/>
                    <a:pt x="2585912" y="175913"/>
                  </a:cubicBezTo>
                  <a:cubicBezTo>
                    <a:pt x="2582102" y="188613"/>
                    <a:pt x="2569402" y="200043"/>
                    <a:pt x="2556702" y="207663"/>
                  </a:cubicBezTo>
                  <a:cubicBezTo>
                    <a:pt x="2541462" y="217823"/>
                    <a:pt x="2530032" y="221633"/>
                    <a:pt x="2499552" y="226713"/>
                  </a:cubicBezTo>
                  <a:cubicBezTo>
                    <a:pt x="2391602" y="243223"/>
                    <a:pt x="1840422" y="257193"/>
                    <a:pt x="1750252" y="229253"/>
                  </a:cubicBezTo>
                  <a:cubicBezTo>
                    <a:pt x="1728662" y="222903"/>
                    <a:pt x="1721042" y="215283"/>
                    <a:pt x="1713422" y="203853"/>
                  </a:cubicBezTo>
                  <a:cubicBezTo>
                    <a:pt x="1704532" y="191153"/>
                    <a:pt x="1700722" y="173373"/>
                    <a:pt x="1701992" y="159403"/>
                  </a:cubicBezTo>
                  <a:cubicBezTo>
                    <a:pt x="1703262" y="145433"/>
                    <a:pt x="1712152" y="127653"/>
                    <a:pt x="1723582" y="118763"/>
                  </a:cubicBezTo>
                  <a:cubicBezTo>
                    <a:pt x="1733742" y="108603"/>
                    <a:pt x="1765492" y="102253"/>
                    <a:pt x="1765492" y="102253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3697605" y="1232535"/>
            <a:ext cx="189548" cy="188595"/>
            <a:chOff x="0" y="0"/>
            <a:chExt cx="252730" cy="2514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50562" y="49391"/>
              <a:ext cx="148828" cy="150973"/>
            </a:xfrm>
            <a:custGeom>
              <a:avLst/>
              <a:gdLst/>
              <a:ahLst/>
              <a:cxnLst/>
              <a:rect r="r" b="b" t="t" l="l"/>
              <a:pathLst>
                <a:path h="150973" w="148828">
                  <a:moveTo>
                    <a:pt x="148828" y="50939"/>
                  </a:moveTo>
                  <a:cubicBezTo>
                    <a:pt x="146288" y="105549"/>
                    <a:pt x="123428" y="133489"/>
                    <a:pt x="108188" y="143649"/>
                  </a:cubicBezTo>
                  <a:cubicBezTo>
                    <a:pt x="96758" y="149999"/>
                    <a:pt x="85328" y="152539"/>
                    <a:pt x="71358" y="149999"/>
                  </a:cubicBezTo>
                  <a:cubicBezTo>
                    <a:pt x="53578" y="146189"/>
                    <a:pt x="23098" y="127139"/>
                    <a:pt x="11668" y="113169"/>
                  </a:cubicBezTo>
                  <a:cubicBezTo>
                    <a:pt x="2778" y="103009"/>
                    <a:pt x="-1032" y="91579"/>
                    <a:pt x="238" y="78879"/>
                  </a:cubicBezTo>
                  <a:cubicBezTo>
                    <a:pt x="1508" y="59829"/>
                    <a:pt x="12938" y="26809"/>
                    <a:pt x="29448" y="14109"/>
                  </a:cubicBezTo>
                  <a:cubicBezTo>
                    <a:pt x="45958" y="1409"/>
                    <a:pt x="80248" y="-2401"/>
                    <a:pt x="99298" y="1409"/>
                  </a:cubicBezTo>
                  <a:cubicBezTo>
                    <a:pt x="111998" y="3949"/>
                    <a:pt x="129778" y="20459"/>
                    <a:pt x="129778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4684395" y="1197292"/>
            <a:ext cx="189548" cy="188595"/>
            <a:chOff x="0" y="0"/>
            <a:chExt cx="252730" cy="2514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50800" y="49915"/>
              <a:ext cx="149860" cy="150664"/>
            </a:xfrm>
            <a:custGeom>
              <a:avLst/>
              <a:gdLst/>
              <a:ahLst/>
              <a:cxnLst/>
              <a:rect r="r" b="b" t="t" l="l"/>
              <a:pathLst>
                <a:path h="150664" w="149860">
                  <a:moveTo>
                    <a:pt x="149860" y="51685"/>
                  </a:moveTo>
                  <a:cubicBezTo>
                    <a:pt x="146050" y="105025"/>
                    <a:pt x="123190" y="134235"/>
                    <a:pt x="107950" y="143125"/>
                  </a:cubicBezTo>
                  <a:cubicBezTo>
                    <a:pt x="96520" y="150745"/>
                    <a:pt x="85090" y="152015"/>
                    <a:pt x="72390" y="149475"/>
                  </a:cubicBezTo>
                  <a:cubicBezTo>
                    <a:pt x="53340" y="146935"/>
                    <a:pt x="22860" y="127885"/>
                    <a:pt x="11430" y="113915"/>
                  </a:cubicBezTo>
                  <a:cubicBezTo>
                    <a:pt x="3810" y="102485"/>
                    <a:pt x="0" y="92325"/>
                    <a:pt x="0" y="78355"/>
                  </a:cubicBezTo>
                  <a:cubicBezTo>
                    <a:pt x="1270" y="60575"/>
                    <a:pt x="12700" y="26285"/>
                    <a:pt x="29210" y="13585"/>
                  </a:cubicBezTo>
                  <a:cubicBezTo>
                    <a:pt x="45720" y="885"/>
                    <a:pt x="81280" y="-1655"/>
                    <a:pt x="99060" y="885"/>
                  </a:cubicBezTo>
                  <a:cubicBezTo>
                    <a:pt x="111760" y="3425"/>
                    <a:pt x="130810" y="19935"/>
                    <a:pt x="130810" y="19935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4880610" y="1232535"/>
            <a:ext cx="184785" cy="182880"/>
            <a:chOff x="0" y="0"/>
            <a:chExt cx="246380" cy="243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47201" y="49682"/>
              <a:ext cx="145839" cy="147127"/>
            </a:xfrm>
            <a:custGeom>
              <a:avLst/>
              <a:gdLst/>
              <a:ahLst/>
              <a:cxnLst/>
              <a:rect r="r" b="b" t="t" l="l"/>
              <a:pathLst>
                <a:path h="147127" w="145839">
                  <a:moveTo>
                    <a:pt x="145839" y="50648"/>
                  </a:moveTo>
                  <a:cubicBezTo>
                    <a:pt x="142029" y="105258"/>
                    <a:pt x="122979" y="134468"/>
                    <a:pt x="103929" y="143358"/>
                  </a:cubicBezTo>
                  <a:cubicBezTo>
                    <a:pt x="84879" y="150978"/>
                    <a:pt x="49319" y="145898"/>
                    <a:pt x="32809" y="138278"/>
                  </a:cubicBezTo>
                  <a:cubicBezTo>
                    <a:pt x="21379" y="133198"/>
                    <a:pt x="12489" y="124308"/>
                    <a:pt x="7409" y="112878"/>
                  </a:cubicBezTo>
                  <a:cubicBezTo>
                    <a:pt x="-211" y="96368"/>
                    <a:pt x="-2751" y="59538"/>
                    <a:pt x="3599" y="41758"/>
                  </a:cubicBezTo>
                  <a:cubicBezTo>
                    <a:pt x="7409" y="29058"/>
                    <a:pt x="13759" y="20168"/>
                    <a:pt x="25189" y="13818"/>
                  </a:cubicBezTo>
                  <a:cubicBezTo>
                    <a:pt x="41699" y="3658"/>
                    <a:pt x="77259" y="-2692"/>
                    <a:pt x="95039" y="1118"/>
                  </a:cubicBezTo>
                  <a:cubicBezTo>
                    <a:pt x="107739" y="3658"/>
                    <a:pt x="126789" y="20168"/>
                    <a:pt x="126789" y="20168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4650105" y="1232535"/>
            <a:ext cx="189548" cy="188595"/>
            <a:chOff x="0" y="0"/>
            <a:chExt cx="252730" cy="2514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50562" y="49391"/>
              <a:ext cx="148828" cy="150973"/>
            </a:xfrm>
            <a:custGeom>
              <a:avLst/>
              <a:gdLst/>
              <a:ahLst/>
              <a:cxnLst/>
              <a:rect r="r" b="b" t="t" l="l"/>
              <a:pathLst>
                <a:path h="150973" w="148828">
                  <a:moveTo>
                    <a:pt x="148828" y="50939"/>
                  </a:moveTo>
                  <a:cubicBezTo>
                    <a:pt x="146288" y="105549"/>
                    <a:pt x="123428" y="133489"/>
                    <a:pt x="108188" y="143649"/>
                  </a:cubicBezTo>
                  <a:cubicBezTo>
                    <a:pt x="96758" y="149999"/>
                    <a:pt x="85328" y="152539"/>
                    <a:pt x="71358" y="149999"/>
                  </a:cubicBezTo>
                  <a:cubicBezTo>
                    <a:pt x="53578" y="146189"/>
                    <a:pt x="23098" y="127139"/>
                    <a:pt x="11668" y="113169"/>
                  </a:cubicBezTo>
                  <a:cubicBezTo>
                    <a:pt x="2778" y="103009"/>
                    <a:pt x="-1032" y="91579"/>
                    <a:pt x="238" y="78879"/>
                  </a:cubicBezTo>
                  <a:cubicBezTo>
                    <a:pt x="1508" y="59829"/>
                    <a:pt x="12938" y="26809"/>
                    <a:pt x="29448" y="14109"/>
                  </a:cubicBezTo>
                  <a:cubicBezTo>
                    <a:pt x="45958" y="1409"/>
                    <a:pt x="80248" y="-2401"/>
                    <a:pt x="99298" y="1409"/>
                  </a:cubicBezTo>
                  <a:cubicBezTo>
                    <a:pt x="111998" y="3949"/>
                    <a:pt x="129778" y="20459"/>
                    <a:pt x="129778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4771072" y="1232535"/>
            <a:ext cx="188595" cy="188595"/>
            <a:chOff x="0" y="0"/>
            <a:chExt cx="251460" cy="2514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50800" y="49391"/>
              <a:ext cx="148590" cy="150683"/>
            </a:xfrm>
            <a:custGeom>
              <a:avLst/>
              <a:gdLst/>
              <a:ahLst/>
              <a:cxnLst/>
              <a:rect r="r" b="b" t="t" l="l"/>
              <a:pathLst>
                <a:path h="150683" w="148590">
                  <a:moveTo>
                    <a:pt x="148590" y="50939"/>
                  </a:moveTo>
                  <a:cubicBezTo>
                    <a:pt x="129540" y="132219"/>
                    <a:pt x="118110" y="138569"/>
                    <a:pt x="107950" y="143649"/>
                  </a:cubicBezTo>
                  <a:cubicBezTo>
                    <a:pt x="96520" y="147459"/>
                    <a:pt x="85090" y="152539"/>
                    <a:pt x="72390" y="149999"/>
                  </a:cubicBezTo>
                  <a:cubicBezTo>
                    <a:pt x="53340" y="146189"/>
                    <a:pt x="22860" y="127139"/>
                    <a:pt x="11430" y="113169"/>
                  </a:cubicBezTo>
                  <a:cubicBezTo>
                    <a:pt x="2540" y="103009"/>
                    <a:pt x="0" y="91579"/>
                    <a:pt x="0" y="78879"/>
                  </a:cubicBezTo>
                  <a:cubicBezTo>
                    <a:pt x="1270" y="59829"/>
                    <a:pt x="12700" y="26809"/>
                    <a:pt x="29210" y="14109"/>
                  </a:cubicBezTo>
                  <a:cubicBezTo>
                    <a:pt x="45720" y="1409"/>
                    <a:pt x="81280" y="-2401"/>
                    <a:pt x="99060" y="1409"/>
                  </a:cubicBezTo>
                  <a:cubicBezTo>
                    <a:pt x="111760" y="3949"/>
                    <a:pt x="130810" y="20459"/>
                    <a:pt x="130810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3664267" y="1195388"/>
            <a:ext cx="274320" cy="189548"/>
            <a:chOff x="0" y="0"/>
            <a:chExt cx="365760" cy="25273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50703" y="50800"/>
              <a:ext cx="263551" cy="154381"/>
            </a:xfrm>
            <a:custGeom>
              <a:avLst/>
              <a:gdLst/>
              <a:ahLst/>
              <a:cxnLst/>
              <a:rect r="r" b="b" t="t" l="l"/>
              <a:pathLst>
                <a:path h="154381" w="263551">
                  <a:moveTo>
                    <a:pt x="75027" y="0"/>
                  </a:moveTo>
                  <a:cubicBezTo>
                    <a:pt x="231237" y="12700"/>
                    <a:pt x="242667" y="22860"/>
                    <a:pt x="250287" y="34290"/>
                  </a:cubicBezTo>
                  <a:cubicBezTo>
                    <a:pt x="259177" y="46990"/>
                    <a:pt x="264257" y="64770"/>
                    <a:pt x="262987" y="80010"/>
                  </a:cubicBezTo>
                  <a:cubicBezTo>
                    <a:pt x="261717" y="93980"/>
                    <a:pt x="255367" y="111760"/>
                    <a:pt x="245207" y="123190"/>
                  </a:cubicBezTo>
                  <a:cubicBezTo>
                    <a:pt x="236317" y="134620"/>
                    <a:pt x="219807" y="143510"/>
                    <a:pt x="205837" y="147320"/>
                  </a:cubicBezTo>
                  <a:cubicBezTo>
                    <a:pt x="190597" y="149860"/>
                    <a:pt x="172817" y="149860"/>
                    <a:pt x="158847" y="142240"/>
                  </a:cubicBezTo>
                  <a:cubicBezTo>
                    <a:pt x="142337" y="133350"/>
                    <a:pt x="122017" y="105410"/>
                    <a:pt x="116937" y="87630"/>
                  </a:cubicBezTo>
                  <a:cubicBezTo>
                    <a:pt x="113127" y="72390"/>
                    <a:pt x="118207" y="54610"/>
                    <a:pt x="124557" y="41910"/>
                  </a:cubicBezTo>
                  <a:cubicBezTo>
                    <a:pt x="132177" y="27940"/>
                    <a:pt x="144877" y="13970"/>
                    <a:pt x="158847" y="8890"/>
                  </a:cubicBezTo>
                  <a:cubicBezTo>
                    <a:pt x="176627" y="2540"/>
                    <a:pt x="210917" y="2540"/>
                    <a:pt x="227427" y="12700"/>
                  </a:cubicBezTo>
                  <a:cubicBezTo>
                    <a:pt x="245207" y="22860"/>
                    <a:pt x="260447" y="53340"/>
                    <a:pt x="262987" y="71120"/>
                  </a:cubicBezTo>
                  <a:cubicBezTo>
                    <a:pt x="265527" y="87630"/>
                    <a:pt x="259177" y="104140"/>
                    <a:pt x="250287" y="116840"/>
                  </a:cubicBezTo>
                  <a:cubicBezTo>
                    <a:pt x="242667" y="129540"/>
                    <a:pt x="231237" y="138430"/>
                    <a:pt x="213457" y="144780"/>
                  </a:cubicBezTo>
                  <a:cubicBezTo>
                    <a:pt x="182977" y="156210"/>
                    <a:pt x="109317" y="156210"/>
                    <a:pt x="75027" y="151130"/>
                  </a:cubicBezTo>
                  <a:cubicBezTo>
                    <a:pt x="53437" y="147320"/>
                    <a:pt x="36927" y="143510"/>
                    <a:pt x="24227" y="132080"/>
                  </a:cubicBezTo>
                  <a:cubicBezTo>
                    <a:pt x="11527" y="120650"/>
                    <a:pt x="1367" y="101600"/>
                    <a:pt x="97" y="85090"/>
                  </a:cubicBezTo>
                  <a:cubicBezTo>
                    <a:pt x="-1173" y="64770"/>
                    <a:pt x="10257" y="33020"/>
                    <a:pt x="24227" y="19050"/>
                  </a:cubicBezTo>
                  <a:cubicBezTo>
                    <a:pt x="36927" y="7620"/>
                    <a:pt x="75027" y="0"/>
                    <a:pt x="75027" y="0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3628072" y="1214438"/>
            <a:ext cx="189548" cy="188595"/>
            <a:chOff x="0" y="0"/>
            <a:chExt cx="252730" cy="2514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50800" y="49929"/>
              <a:ext cx="148590" cy="151684"/>
            </a:xfrm>
            <a:custGeom>
              <a:avLst/>
              <a:gdLst/>
              <a:ahLst/>
              <a:cxnLst/>
              <a:rect r="r" b="b" t="t" l="l"/>
              <a:pathLst>
                <a:path h="151684" w="148590">
                  <a:moveTo>
                    <a:pt x="148590" y="51671"/>
                  </a:moveTo>
                  <a:cubicBezTo>
                    <a:pt x="146050" y="105011"/>
                    <a:pt x="123190" y="134221"/>
                    <a:pt x="107950" y="143111"/>
                  </a:cubicBezTo>
                  <a:cubicBezTo>
                    <a:pt x="96520" y="150731"/>
                    <a:pt x="85090" y="153271"/>
                    <a:pt x="72390" y="150731"/>
                  </a:cubicBezTo>
                  <a:cubicBezTo>
                    <a:pt x="53340" y="146921"/>
                    <a:pt x="22860" y="127871"/>
                    <a:pt x="11430" y="113901"/>
                  </a:cubicBezTo>
                  <a:cubicBezTo>
                    <a:pt x="2540" y="103741"/>
                    <a:pt x="0" y="92311"/>
                    <a:pt x="0" y="78341"/>
                  </a:cubicBezTo>
                  <a:cubicBezTo>
                    <a:pt x="1270" y="60561"/>
                    <a:pt x="12700" y="27541"/>
                    <a:pt x="29210" y="14841"/>
                  </a:cubicBezTo>
                  <a:cubicBezTo>
                    <a:pt x="45720" y="871"/>
                    <a:pt x="81280" y="-1669"/>
                    <a:pt x="99060" y="871"/>
                  </a:cubicBezTo>
                  <a:cubicBezTo>
                    <a:pt x="111760" y="3411"/>
                    <a:pt x="130810" y="19921"/>
                    <a:pt x="130810" y="19921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58240" y="779912"/>
            <a:ext cx="12899982" cy="71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</a:pPr>
            <a:r>
              <a:rPr lang="en-US" sz="6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Security Layer</a:t>
            </a:r>
          </a:p>
        </p:txBody>
      </p:sp>
      <p:grpSp>
        <p:nvGrpSpPr>
          <p:cNvPr name="Group 106" id="106"/>
          <p:cNvGrpSpPr/>
          <p:nvPr/>
        </p:nvGrpSpPr>
        <p:grpSpPr>
          <a:xfrm rot="0">
            <a:off x="3697605" y="1301115"/>
            <a:ext cx="189548" cy="188595"/>
            <a:chOff x="0" y="0"/>
            <a:chExt cx="252730" cy="25146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50562" y="49915"/>
              <a:ext cx="148828" cy="151174"/>
            </a:xfrm>
            <a:custGeom>
              <a:avLst/>
              <a:gdLst/>
              <a:ahLst/>
              <a:cxnLst/>
              <a:rect r="r" b="b" t="t" l="l"/>
              <a:pathLst>
                <a:path h="151174" w="148828">
                  <a:moveTo>
                    <a:pt x="148828" y="51685"/>
                  </a:moveTo>
                  <a:cubicBezTo>
                    <a:pt x="146288" y="105025"/>
                    <a:pt x="123428" y="134235"/>
                    <a:pt x="108188" y="143125"/>
                  </a:cubicBezTo>
                  <a:cubicBezTo>
                    <a:pt x="96758" y="150745"/>
                    <a:pt x="85328" y="152015"/>
                    <a:pt x="71358" y="150745"/>
                  </a:cubicBezTo>
                  <a:cubicBezTo>
                    <a:pt x="53578" y="146935"/>
                    <a:pt x="23098" y="127885"/>
                    <a:pt x="11668" y="113915"/>
                  </a:cubicBezTo>
                  <a:cubicBezTo>
                    <a:pt x="2778" y="102485"/>
                    <a:pt x="-1032" y="92325"/>
                    <a:pt x="238" y="78355"/>
                  </a:cubicBezTo>
                  <a:cubicBezTo>
                    <a:pt x="1508" y="60575"/>
                    <a:pt x="12938" y="27555"/>
                    <a:pt x="29448" y="13585"/>
                  </a:cubicBezTo>
                  <a:cubicBezTo>
                    <a:pt x="45958" y="885"/>
                    <a:pt x="80248" y="-1655"/>
                    <a:pt x="99298" y="885"/>
                  </a:cubicBezTo>
                  <a:cubicBezTo>
                    <a:pt x="111998" y="3425"/>
                    <a:pt x="129778" y="19935"/>
                    <a:pt x="129778" y="19935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3697605" y="1319212"/>
            <a:ext cx="189548" cy="188595"/>
            <a:chOff x="0" y="0"/>
            <a:chExt cx="252730" cy="2514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50562" y="49203"/>
              <a:ext cx="148828" cy="151161"/>
            </a:xfrm>
            <a:custGeom>
              <a:avLst/>
              <a:gdLst/>
              <a:ahLst/>
              <a:cxnLst/>
              <a:rect r="r" b="b" t="t" l="l"/>
              <a:pathLst>
                <a:path h="151161" w="148828">
                  <a:moveTo>
                    <a:pt x="148828" y="51127"/>
                  </a:moveTo>
                  <a:cubicBezTo>
                    <a:pt x="146288" y="105737"/>
                    <a:pt x="123428" y="133677"/>
                    <a:pt x="108188" y="143837"/>
                  </a:cubicBezTo>
                  <a:cubicBezTo>
                    <a:pt x="96758" y="150187"/>
                    <a:pt x="85328" y="152727"/>
                    <a:pt x="71358" y="150187"/>
                  </a:cubicBezTo>
                  <a:cubicBezTo>
                    <a:pt x="53578" y="146377"/>
                    <a:pt x="23098" y="127327"/>
                    <a:pt x="11668" y="113357"/>
                  </a:cubicBezTo>
                  <a:cubicBezTo>
                    <a:pt x="2778" y="103197"/>
                    <a:pt x="-1032" y="91767"/>
                    <a:pt x="238" y="77797"/>
                  </a:cubicBezTo>
                  <a:cubicBezTo>
                    <a:pt x="1508" y="60017"/>
                    <a:pt x="12938" y="26997"/>
                    <a:pt x="29448" y="14297"/>
                  </a:cubicBezTo>
                  <a:cubicBezTo>
                    <a:pt x="45958" y="327"/>
                    <a:pt x="80248" y="-2213"/>
                    <a:pt x="99298" y="1597"/>
                  </a:cubicBezTo>
                  <a:cubicBezTo>
                    <a:pt x="111998" y="2867"/>
                    <a:pt x="129778" y="19377"/>
                    <a:pt x="129778" y="19377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3663315" y="1353502"/>
            <a:ext cx="189548" cy="188595"/>
            <a:chOff x="0" y="0"/>
            <a:chExt cx="252730" cy="2514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50559" y="49391"/>
              <a:ext cx="148831" cy="150973"/>
            </a:xfrm>
            <a:custGeom>
              <a:avLst/>
              <a:gdLst/>
              <a:ahLst/>
              <a:cxnLst/>
              <a:rect r="r" b="b" t="t" l="l"/>
              <a:pathLst>
                <a:path h="150973" w="148831">
                  <a:moveTo>
                    <a:pt x="148831" y="50939"/>
                  </a:moveTo>
                  <a:cubicBezTo>
                    <a:pt x="145021" y="105549"/>
                    <a:pt x="123431" y="133489"/>
                    <a:pt x="106921" y="143649"/>
                  </a:cubicBezTo>
                  <a:cubicBezTo>
                    <a:pt x="95491" y="149999"/>
                    <a:pt x="84061" y="152539"/>
                    <a:pt x="71361" y="149999"/>
                  </a:cubicBezTo>
                  <a:cubicBezTo>
                    <a:pt x="53581" y="146189"/>
                    <a:pt x="21831" y="128409"/>
                    <a:pt x="10401" y="113169"/>
                  </a:cubicBezTo>
                  <a:cubicBezTo>
                    <a:pt x="2781" y="103009"/>
                    <a:pt x="-1029" y="91579"/>
                    <a:pt x="241" y="78879"/>
                  </a:cubicBezTo>
                  <a:cubicBezTo>
                    <a:pt x="1511" y="59829"/>
                    <a:pt x="12941" y="26809"/>
                    <a:pt x="29451" y="14109"/>
                  </a:cubicBezTo>
                  <a:cubicBezTo>
                    <a:pt x="44691" y="1409"/>
                    <a:pt x="80251" y="-2401"/>
                    <a:pt x="98031" y="1409"/>
                  </a:cubicBezTo>
                  <a:cubicBezTo>
                    <a:pt x="112001" y="3949"/>
                    <a:pt x="129781" y="20459"/>
                    <a:pt x="129781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4736782" y="1353502"/>
            <a:ext cx="188595" cy="188595"/>
            <a:chOff x="0" y="0"/>
            <a:chExt cx="251460" cy="2514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50559" y="49391"/>
              <a:ext cx="148831" cy="150808"/>
            </a:xfrm>
            <a:custGeom>
              <a:avLst/>
              <a:gdLst/>
              <a:ahLst/>
              <a:cxnLst/>
              <a:rect r="r" b="b" t="t" l="l"/>
              <a:pathLst>
                <a:path h="150808" w="148831">
                  <a:moveTo>
                    <a:pt x="148831" y="50939"/>
                  </a:moveTo>
                  <a:cubicBezTo>
                    <a:pt x="129781" y="132219"/>
                    <a:pt x="118351" y="138569"/>
                    <a:pt x="106921" y="143649"/>
                  </a:cubicBezTo>
                  <a:cubicBezTo>
                    <a:pt x="96761" y="148729"/>
                    <a:pt x="84061" y="152539"/>
                    <a:pt x="71361" y="149999"/>
                  </a:cubicBezTo>
                  <a:cubicBezTo>
                    <a:pt x="53581" y="146189"/>
                    <a:pt x="21831" y="128409"/>
                    <a:pt x="10401" y="113169"/>
                  </a:cubicBezTo>
                  <a:cubicBezTo>
                    <a:pt x="2781" y="103009"/>
                    <a:pt x="-1029" y="91579"/>
                    <a:pt x="241" y="78879"/>
                  </a:cubicBezTo>
                  <a:cubicBezTo>
                    <a:pt x="1511" y="59829"/>
                    <a:pt x="12941" y="26809"/>
                    <a:pt x="29451" y="14109"/>
                  </a:cubicBezTo>
                  <a:cubicBezTo>
                    <a:pt x="45961" y="1409"/>
                    <a:pt x="80251" y="-2401"/>
                    <a:pt x="99301" y="1409"/>
                  </a:cubicBezTo>
                  <a:cubicBezTo>
                    <a:pt x="112001" y="3949"/>
                    <a:pt x="129781" y="20459"/>
                    <a:pt x="129781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3663315" y="1353502"/>
            <a:ext cx="189548" cy="188595"/>
            <a:chOff x="0" y="0"/>
            <a:chExt cx="252730" cy="2514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50559" y="49391"/>
              <a:ext cx="148831" cy="150973"/>
            </a:xfrm>
            <a:custGeom>
              <a:avLst/>
              <a:gdLst/>
              <a:ahLst/>
              <a:cxnLst/>
              <a:rect r="r" b="b" t="t" l="l"/>
              <a:pathLst>
                <a:path h="150973" w="148831">
                  <a:moveTo>
                    <a:pt x="148831" y="50939"/>
                  </a:moveTo>
                  <a:cubicBezTo>
                    <a:pt x="145021" y="105549"/>
                    <a:pt x="123431" y="133489"/>
                    <a:pt x="106921" y="143649"/>
                  </a:cubicBezTo>
                  <a:cubicBezTo>
                    <a:pt x="95491" y="149999"/>
                    <a:pt x="84061" y="152539"/>
                    <a:pt x="71361" y="149999"/>
                  </a:cubicBezTo>
                  <a:cubicBezTo>
                    <a:pt x="53581" y="146189"/>
                    <a:pt x="21831" y="128409"/>
                    <a:pt x="10401" y="113169"/>
                  </a:cubicBezTo>
                  <a:cubicBezTo>
                    <a:pt x="2781" y="103009"/>
                    <a:pt x="-1029" y="91579"/>
                    <a:pt x="241" y="78879"/>
                  </a:cubicBezTo>
                  <a:cubicBezTo>
                    <a:pt x="1511" y="59829"/>
                    <a:pt x="12941" y="26809"/>
                    <a:pt x="29451" y="14109"/>
                  </a:cubicBezTo>
                  <a:cubicBezTo>
                    <a:pt x="44691" y="1409"/>
                    <a:pt x="80251" y="-2401"/>
                    <a:pt x="98031" y="1409"/>
                  </a:cubicBezTo>
                  <a:cubicBezTo>
                    <a:pt x="112001" y="3949"/>
                    <a:pt x="129781" y="20459"/>
                    <a:pt x="129781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3680460" y="1301115"/>
            <a:ext cx="189548" cy="188595"/>
            <a:chOff x="0" y="0"/>
            <a:chExt cx="252730" cy="2514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559" y="49915"/>
              <a:ext cx="148831" cy="151174"/>
            </a:xfrm>
            <a:custGeom>
              <a:avLst/>
              <a:gdLst/>
              <a:ahLst/>
              <a:cxnLst/>
              <a:rect r="r" b="b" t="t" l="l"/>
              <a:pathLst>
                <a:path h="151174" w="148831">
                  <a:moveTo>
                    <a:pt x="148831" y="51685"/>
                  </a:moveTo>
                  <a:cubicBezTo>
                    <a:pt x="145021" y="105025"/>
                    <a:pt x="123431" y="134235"/>
                    <a:pt x="106921" y="143125"/>
                  </a:cubicBezTo>
                  <a:cubicBezTo>
                    <a:pt x="95491" y="150745"/>
                    <a:pt x="84061" y="152015"/>
                    <a:pt x="71361" y="150745"/>
                  </a:cubicBezTo>
                  <a:cubicBezTo>
                    <a:pt x="53581" y="146935"/>
                    <a:pt x="21831" y="127885"/>
                    <a:pt x="10401" y="113915"/>
                  </a:cubicBezTo>
                  <a:cubicBezTo>
                    <a:pt x="2781" y="102485"/>
                    <a:pt x="-1029" y="92325"/>
                    <a:pt x="241" y="78355"/>
                  </a:cubicBezTo>
                  <a:cubicBezTo>
                    <a:pt x="1511" y="60575"/>
                    <a:pt x="12941" y="27555"/>
                    <a:pt x="29451" y="13585"/>
                  </a:cubicBezTo>
                  <a:cubicBezTo>
                    <a:pt x="45961" y="885"/>
                    <a:pt x="80251" y="-1655"/>
                    <a:pt x="99301" y="885"/>
                  </a:cubicBezTo>
                  <a:cubicBezTo>
                    <a:pt x="112001" y="3425"/>
                    <a:pt x="129781" y="19935"/>
                    <a:pt x="129781" y="19935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4736782" y="1266825"/>
            <a:ext cx="188595" cy="188595"/>
            <a:chOff x="0" y="0"/>
            <a:chExt cx="251460" cy="25146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50559" y="49391"/>
              <a:ext cx="148831" cy="150808"/>
            </a:xfrm>
            <a:custGeom>
              <a:avLst/>
              <a:gdLst/>
              <a:ahLst/>
              <a:cxnLst/>
              <a:rect r="r" b="b" t="t" l="l"/>
              <a:pathLst>
                <a:path h="150808" w="148831">
                  <a:moveTo>
                    <a:pt x="148831" y="50939"/>
                  </a:moveTo>
                  <a:cubicBezTo>
                    <a:pt x="129781" y="132219"/>
                    <a:pt x="118351" y="138569"/>
                    <a:pt x="106921" y="143649"/>
                  </a:cubicBezTo>
                  <a:cubicBezTo>
                    <a:pt x="96761" y="148729"/>
                    <a:pt x="84061" y="152539"/>
                    <a:pt x="71361" y="149999"/>
                  </a:cubicBezTo>
                  <a:cubicBezTo>
                    <a:pt x="53581" y="147459"/>
                    <a:pt x="21831" y="128409"/>
                    <a:pt x="10401" y="113169"/>
                  </a:cubicBezTo>
                  <a:cubicBezTo>
                    <a:pt x="2781" y="103009"/>
                    <a:pt x="-1029" y="91579"/>
                    <a:pt x="241" y="78879"/>
                  </a:cubicBezTo>
                  <a:cubicBezTo>
                    <a:pt x="1511" y="59829"/>
                    <a:pt x="12941" y="26809"/>
                    <a:pt x="29451" y="14109"/>
                  </a:cubicBezTo>
                  <a:cubicBezTo>
                    <a:pt x="45961" y="1409"/>
                    <a:pt x="80251" y="-2401"/>
                    <a:pt x="99301" y="1409"/>
                  </a:cubicBezTo>
                  <a:cubicBezTo>
                    <a:pt x="112001" y="3949"/>
                    <a:pt x="129781" y="20459"/>
                    <a:pt x="129781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3663315" y="1353502"/>
            <a:ext cx="189548" cy="188595"/>
            <a:chOff x="0" y="0"/>
            <a:chExt cx="252730" cy="25146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50559" y="49391"/>
              <a:ext cx="148831" cy="150973"/>
            </a:xfrm>
            <a:custGeom>
              <a:avLst/>
              <a:gdLst/>
              <a:ahLst/>
              <a:cxnLst/>
              <a:rect r="r" b="b" t="t" l="l"/>
              <a:pathLst>
                <a:path h="150973" w="148831">
                  <a:moveTo>
                    <a:pt x="148831" y="50939"/>
                  </a:moveTo>
                  <a:cubicBezTo>
                    <a:pt x="145021" y="105549"/>
                    <a:pt x="123431" y="133489"/>
                    <a:pt x="106921" y="143649"/>
                  </a:cubicBezTo>
                  <a:cubicBezTo>
                    <a:pt x="95491" y="149999"/>
                    <a:pt x="84061" y="152539"/>
                    <a:pt x="71361" y="149999"/>
                  </a:cubicBezTo>
                  <a:cubicBezTo>
                    <a:pt x="53581" y="146189"/>
                    <a:pt x="21831" y="128409"/>
                    <a:pt x="10401" y="113169"/>
                  </a:cubicBezTo>
                  <a:cubicBezTo>
                    <a:pt x="2781" y="103009"/>
                    <a:pt x="-1029" y="91579"/>
                    <a:pt x="241" y="78879"/>
                  </a:cubicBezTo>
                  <a:cubicBezTo>
                    <a:pt x="1511" y="59829"/>
                    <a:pt x="12941" y="26809"/>
                    <a:pt x="29451" y="14109"/>
                  </a:cubicBezTo>
                  <a:cubicBezTo>
                    <a:pt x="44691" y="1409"/>
                    <a:pt x="80251" y="-2401"/>
                    <a:pt x="98031" y="1409"/>
                  </a:cubicBezTo>
                  <a:cubicBezTo>
                    <a:pt x="112001" y="3949"/>
                    <a:pt x="129781" y="20459"/>
                    <a:pt x="129781" y="20459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3680460" y="1387792"/>
            <a:ext cx="189548" cy="188595"/>
            <a:chOff x="0" y="0"/>
            <a:chExt cx="252730" cy="2514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50559" y="49915"/>
              <a:ext cx="148831" cy="150664"/>
            </a:xfrm>
            <a:custGeom>
              <a:avLst/>
              <a:gdLst/>
              <a:ahLst/>
              <a:cxnLst/>
              <a:rect r="r" b="b" t="t" l="l"/>
              <a:pathLst>
                <a:path h="150664" w="148831">
                  <a:moveTo>
                    <a:pt x="148831" y="51685"/>
                  </a:moveTo>
                  <a:cubicBezTo>
                    <a:pt x="145021" y="105025"/>
                    <a:pt x="123431" y="134235"/>
                    <a:pt x="106921" y="143125"/>
                  </a:cubicBezTo>
                  <a:cubicBezTo>
                    <a:pt x="95491" y="150745"/>
                    <a:pt x="84061" y="152015"/>
                    <a:pt x="71361" y="149475"/>
                  </a:cubicBezTo>
                  <a:cubicBezTo>
                    <a:pt x="53581" y="146935"/>
                    <a:pt x="21831" y="127885"/>
                    <a:pt x="10401" y="113915"/>
                  </a:cubicBezTo>
                  <a:cubicBezTo>
                    <a:pt x="2781" y="102485"/>
                    <a:pt x="-1029" y="92325"/>
                    <a:pt x="241" y="78355"/>
                  </a:cubicBezTo>
                  <a:cubicBezTo>
                    <a:pt x="1511" y="60575"/>
                    <a:pt x="12941" y="26285"/>
                    <a:pt x="29451" y="13585"/>
                  </a:cubicBezTo>
                  <a:cubicBezTo>
                    <a:pt x="45961" y="885"/>
                    <a:pt x="80251" y="-1655"/>
                    <a:pt x="99301" y="885"/>
                  </a:cubicBezTo>
                  <a:cubicBezTo>
                    <a:pt x="112001" y="3425"/>
                    <a:pt x="129781" y="19935"/>
                    <a:pt x="129781" y="19935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3645217" y="1387792"/>
            <a:ext cx="189548" cy="188595"/>
            <a:chOff x="0" y="0"/>
            <a:chExt cx="252730" cy="2514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50800" y="49915"/>
              <a:ext cx="149860" cy="150664"/>
            </a:xfrm>
            <a:custGeom>
              <a:avLst/>
              <a:gdLst/>
              <a:ahLst/>
              <a:cxnLst/>
              <a:rect r="r" b="b" t="t" l="l"/>
              <a:pathLst>
                <a:path h="150664" w="149860">
                  <a:moveTo>
                    <a:pt x="149860" y="51685"/>
                  </a:moveTo>
                  <a:cubicBezTo>
                    <a:pt x="146050" y="105025"/>
                    <a:pt x="123190" y="134235"/>
                    <a:pt x="107950" y="143125"/>
                  </a:cubicBezTo>
                  <a:cubicBezTo>
                    <a:pt x="96520" y="150745"/>
                    <a:pt x="85090" y="152015"/>
                    <a:pt x="72390" y="149475"/>
                  </a:cubicBezTo>
                  <a:cubicBezTo>
                    <a:pt x="53340" y="146935"/>
                    <a:pt x="22860" y="127885"/>
                    <a:pt x="11430" y="113915"/>
                  </a:cubicBezTo>
                  <a:cubicBezTo>
                    <a:pt x="3810" y="102485"/>
                    <a:pt x="0" y="92325"/>
                    <a:pt x="0" y="78355"/>
                  </a:cubicBezTo>
                  <a:cubicBezTo>
                    <a:pt x="1270" y="60575"/>
                    <a:pt x="12700" y="26285"/>
                    <a:pt x="29210" y="13585"/>
                  </a:cubicBezTo>
                  <a:cubicBezTo>
                    <a:pt x="45720" y="885"/>
                    <a:pt x="81280" y="-1655"/>
                    <a:pt x="99060" y="885"/>
                  </a:cubicBezTo>
                  <a:cubicBezTo>
                    <a:pt x="111760" y="3425"/>
                    <a:pt x="130810" y="19935"/>
                    <a:pt x="130810" y="19935"/>
                  </a:cubicBezTo>
                </a:path>
              </a:pathLst>
            </a:custGeom>
            <a:solidFill>
              <a:srgbClr val="020F1E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D1B">
                <a:alpha val="100000"/>
              </a:srgbClr>
            </a:gs>
            <a:gs pos="100000">
              <a:srgbClr val="041E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52010" y="5719318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74191" y="-2203912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32250" y="705799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46431" y="-2571032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9824" y="4615937"/>
            <a:ext cx="2065375" cy="2087436"/>
            <a:chOff x="0" y="0"/>
            <a:chExt cx="543967" cy="549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93711" y="0"/>
                  </a:moveTo>
                  <a:lnTo>
                    <a:pt x="450256" y="0"/>
                  </a:lnTo>
                  <a:cubicBezTo>
                    <a:pt x="502011" y="0"/>
                    <a:pt x="543967" y="41956"/>
                    <a:pt x="543967" y="93711"/>
                  </a:cubicBezTo>
                  <a:lnTo>
                    <a:pt x="543967" y="456067"/>
                  </a:lnTo>
                  <a:cubicBezTo>
                    <a:pt x="543967" y="507822"/>
                    <a:pt x="502011" y="549777"/>
                    <a:pt x="450256" y="549777"/>
                  </a:cubicBezTo>
                  <a:lnTo>
                    <a:pt x="93711" y="549777"/>
                  </a:lnTo>
                  <a:cubicBezTo>
                    <a:pt x="41956" y="549777"/>
                    <a:pt x="0" y="507822"/>
                    <a:pt x="0" y="456067"/>
                  </a:cubicBezTo>
                  <a:lnTo>
                    <a:pt x="0" y="93711"/>
                  </a:lnTo>
                  <a:cubicBezTo>
                    <a:pt x="0" y="41956"/>
                    <a:pt x="41956" y="0"/>
                    <a:pt x="937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35A5">
                    <a:alpha val="100000"/>
                  </a:srgbClr>
                </a:gs>
                <a:gs pos="100000">
                  <a:srgbClr val="9B40D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80288" y="4615937"/>
            <a:ext cx="2065375" cy="2087436"/>
            <a:chOff x="0" y="0"/>
            <a:chExt cx="543967" cy="549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93711" y="0"/>
                  </a:moveTo>
                  <a:lnTo>
                    <a:pt x="450256" y="0"/>
                  </a:lnTo>
                  <a:cubicBezTo>
                    <a:pt x="502011" y="0"/>
                    <a:pt x="543967" y="41956"/>
                    <a:pt x="543967" y="93711"/>
                  </a:cubicBezTo>
                  <a:lnTo>
                    <a:pt x="543967" y="456067"/>
                  </a:lnTo>
                  <a:cubicBezTo>
                    <a:pt x="543967" y="507822"/>
                    <a:pt x="502011" y="549777"/>
                    <a:pt x="450256" y="549777"/>
                  </a:cubicBezTo>
                  <a:lnTo>
                    <a:pt x="93711" y="549777"/>
                  </a:lnTo>
                  <a:cubicBezTo>
                    <a:pt x="41956" y="549777"/>
                    <a:pt x="0" y="507822"/>
                    <a:pt x="0" y="456067"/>
                  </a:cubicBezTo>
                  <a:lnTo>
                    <a:pt x="0" y="93711"/>
                  </a:lnTo>
                  <a:cubicBezTo>
                    <a:pt x="0" y="41956"/>
                    <a:pt x="41956" y="0"/>
                    <a:pt x="937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83864" y="4615826"/>
            <a:ext cx="2065375" cy="2087436"/>
            <a:chOff x="0" y="0"/>
            <a:chExt cx="543967" cy="5497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93711" y="0"/>
                  </a:moveTo>
                  <a:lnTo>
                    <a:pt x="450256" y="0"/>
                  </a:lnTo>
                  <a:cubicBezTo>
                    <a:pt x="502011" y="0"/>
                    <a:pt x="543967" y="41956"/>
                    <a:pt x="543967" y="93711"/>
                  </a:cubicBezTo>
                  <a:lnTo>
                    <a:pt x="543967" y="456067"/>
                  </a:lnTo>
                  <a:cubicBezTo>
                    <a:pt x="543967" y="507822"/>
                    <a:pt x="502011" y="549777"/>
                    <a:pt x="450256" y="549777"/>
                  </a:cubicBezTo>
                  <a:lnTo>
                    <a:pt x="93711" y="549777"/>
                  </a:lnTo>
                  <a:cubicBezTo>
                    <a:pt x="41956" y="549777"/>
                    <a:pt x="0" y="507822"/>
                    <a:pt x="0" y="456067"/>
                  </a:cubicBezTo>
                  <a:lnTo>
                    <a:pt x="0" y="93711"/>
                  </a:lnTo>
                  <a:cubicBezTo>
                    <a:pt x="0" y="41956"/>
                    <a:pt x="41956" y="0"/>
                    <a:pt x="937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35A5">
                    <a:alpha val="100000"/>
                  </a:srgbClr>
                </a:gs>
                <a:gs pos="100000">
                  <a:srgbClr val="9B40D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87439" y="4542658"/>
            <a:ext cx="2065375" cy="2087436"/>
            <a:chOff x="0" y="0"/>
            <a:chExt cx="543967" cy="5497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93711" y="0"/>
                  </a:moveTo>
                  <a:lnTo>
                    <a:pt x="450256" y="0"/>
                  </a:lnTo>
                  <a:cubicBezTo>
                    <a:pt x="502011" y="0"/>
                    <a:pt x="543967" y="41956"/>
                    <a:pt x="543967" y="93711"/>
                  </a:cubicBezTo>
                  <a:lnTo>
                    <a:pt x="543967" y="456067"/>
                  </a:lnTo>
                  <a:cubicBezTo>
                    <a:pt x="543967" y="507822"/>
                    <a:pt x="502011" y="549777"/>
                    <a:pt x="450256" y="549777"/>
                  </a:cubicBezTo>
                  <a:lnTo>
                    <a:pt x="93711" y="549777"/>
                  </a:lnTo>
                  <a:cubicBezTo>
                    <a:pt x="41956" y="549777"/>
                    <a:pt x="0" y="507822"/>
                    <a:pt x="0" y="456067"/>
                  </a:cubicBezTo>
                  <a:lnTo>
                    <a:pt x="0" y="93711"/>
                  </a:lnTo>
                  <a:cubicBezTo>
                    <a:pt x="0" y="41956"/>
                    <a:pt x="41956" y="0"/>
                    <a:pt x="937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91015" y="4483698"/>
            <a:ext cx="2065375" cy="2087436"/>
            <a:chOff x="0" y="0"/>
            <a:chExt cx="543967" cy="5497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93711" y="0"/>
                  </a:moveTo>
                  <a:lnTo>
                    <a:pt x="450256" y="0"/>
                  </a:lnTo>
                  <a:cubicBezTo>
                    <a:pt x="502011" y="0"/>
                    <a:pt x="543967" y="41956"/>
                    <a:pt x="543967" y="93711"/>
                  </a:cubicBezTo>
                  <a:lnTo>
                    <a:pt x="543967" y="456067"/>
                  </a:lnTo>
                  <a:cubicBezTo>
                    <a:pt x="543967" y="507822"/>
                    <a:pt x="502011" y="549777"/>
                    <a:pt x="450256" y="549777"/>
                  </a:cubicBezTo>
                  <a:lnTo>
                    <a:pt x="93711" y="549777"/>
                  </a:lnTo>
                  <a:cubicBezTo>
                    <a:pt x="41956" y="549777"/>
                    <a:pt x="0" y="507822"/>
                    <a:pt x="0" y="456067"/>
                  </a:cubicBezTo>
                  <a:lnTo>
                    <a:pt x="0" y="93711"/>
                  </a:lnTo>
                  <a:cubicBezTo>
                    <a:pt x="0" y="41956"/>
                    <a:pt x="41956" y="0"/>
                    <a:pt x="937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35A5">
                    <a:alpha val="100000"/>
                  </a:srgbClr>
                </a:gs>
                <a:gs pos="100000">
                  <a:srgbClr val="9B40D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541579" y="2694062"/>
            <a:ext cx="1570279" cy="157027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4299344" y="4867502"/>
            <a:ext cx="1427265" cy="1703631"/>
          </a:xfrm>
          <a:custGeom>
            <a:avLst/>
            <a:gdLst/>
            <a:ahLst/>
            <a:cxnLst/>
            <a:rect r="r" b="b" t="t" l="l"/>
            <a:pathLst>
              <a:path h="1703631" w="1427265">
                <a:moveTo>
                  <a:pt x="0" y="0"/>
                </a:moveTo>
                <a:lnTo>
                  <a:pt x="1427264" y="0"/>
                </a:lnTo>
                <a:lnTo>
                  <a:pt x="1427264" y="1703632"/>
                </a:lnTo>
                <a:lnTo>
                  <a:pt x="0" y="17036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5" id="25"/>
          <p:cNvGrpSpPr/>
          <p:nvPr/>
        </p:nvGrpSpPr>
        <p:grpSpPr>
          <a:xfrm rot="0">
            <a:off x="15594590" y="4483698"/>
            <a:ext cx="2065375" cy="2087436"/>
            <a:chOff x="0" y="0"/>
            <a:chExt cx="543967" cy="54977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3967" cy="549777"/>
            </a:xfrm>
            <a:custGeom>
              <a:avLst/>
              <a:gdLst/>
              <a:ahLst/>
              <a:cxnLst/>
              <a:rect r="r" b="b" t="t" l="l"/>
              <a:pathLst>
                <a:path h="549777" w="543967">
                  <a:moveTo>
                    <a:pt x="93711" y="0"/>
                  </a:moveTo>
                  <a:lnTo>
                    <a:pt x="450256" y="0"/>
                  </a:lnTo>
                  <a:cubicBezTo>
                    <a:pt x="502011" y="0"/>
                    <a:pt x="543967" y="41956"/>
                    <a:pt x="543967" y="93711"/>
                  </a:cubicBezTo>
                  <a:lnTo>
                    <a:pt x="543967" y="456067"/>
                  </a:lnTo>
                  <a:cubicBezTo>
                    <a:pt x="543967" y="507822"/>
                    <a:pt x="502011" y="549777"/>
                    <a:pt x="450256" y="549777"/>
                  </a:cubicBezTo>
                  <a:lnTo>
                    <a:pt x="93711" y="549777"/>
                  </a:lnTo>
                  <a:cubicBezTo>
                    <a:pt x="41956" y="549777"/>
                    <a:pt x="0" y="507822"/>
                    <a:pt x="0" y="456067"/>
                  </a:cubicBezTo>
                  <a:lnTo>
                    <a:pt x="0" y="93711"/>
                  </a:lnTo>
                  <a:cubicBezTo>
                    <a:pt x="0" y="41956"/>
                    <a:pt x="41956" y="0"/>
                    <a:pt x="937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C35A5">
                    <a:alpha val="100000"/>
                  </a:srgbClr>
                </a:gs>
                <a:gs pos="100000">
                  <a:srgbClr val="9B40D1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543967" cy="492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7214268" y="4894792"/>
            <a:ext cx="1404566" cy="1529726"/>
          </a:xfrm>
          <a:custGeom>
            <a:avLst/>
            <a:gdLst/>
            <a:ahLst/>
            <a:cxnLst/>
            <a:rect r="r" b="b" t="t" l="l"/>
            <a:pathLst>
              <a:path h="1529726" w="1404566">
                <a:moveTo>
                  <a:pt x="0" y="0"/>
                </a:moveTo>
                <a:lnTo>
                  <a:pt x="1404567" y="0"/>
                </a:lnTo>
                <a:lnTo>
                  <a:pt x="1404567" y="1529725"/>
                </a:lnTo>
                <a:lnTo>
                  <a:pt x="0" y="15297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046054" y="4812303"/>
            <a:ext cx="1548146" cy="1548146"/>
          </a:xfrm>
          <a:custGeom>
            <a:avLst/>
            <a:gdLst/>
            <a:ahLst/>
            <a:cxnLst/>
            <a:rect r="r" b="b" t="t" l="l"/>
            <a:pathLst>
              <a:path h="1548146" w="1548146">
                <a:moveTo>
                  <a:pt x="0" y="0"/>
                </a:moveTo>
                <a:lnTo>
                  <a:pt x="1548146" y="0"/>
                </a:lnTo>
                <a:lnTo>
                  <a:pt x="1548146" y="1548146"/>
                </a:lnTo>
                <a:lnTo>
                  <a:pt x="0" y="15481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948190" y="4742132"/>
            <a:ext cx="1570567" cy="1570567"/>
          </a:xfrm>
          <a:custGeom>
            <a:avLst/>
            <a:gdLst/>
            <a:ahLst/>
            <a:cxnLst/>
            <a:rect r="r" b="b" t="t" l="l"/>
            <a:pathLst>
              <a:path h="1570567" w="1570567">
                <a:moveTo>
                  <a:pt x="0" y="0"/>
                </a:moveTo>
                <a:lnTo>
                  <a:pt x="1570566" y="0"/>
                </a:lnTo>
                <a:lnTo>
                  <a:pt x="1570566" y="1570567"/>
                </a:lnTo>
                <a:lnTo>
                  <a:pt x="0" y="1570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01904" y="4864831"/>
            <a:ext cx="1821216" cy="1589425"/>
          </a:xfrm>
          <a:custGeom>
            <a:avLst/>
            <a:gdLst/>
            <a:ahLst/>
            <a:cxnLst/>
            <a:rect r="r" b="b" t="t" l="l"/>
            <a:pathLst>
              <a:path h="1589425" w="1821216">
                <a:moveTo>
                  <a:pt x="0" y="0"/>
                </a:moveTo>
                <a:lnTo>
                  <a:pt x="1821216" y="0"/>
                </a:lnTo>
                <a:lnTo>
                  <a:pt x="1821216" y="1589425"/>
                </a:lnTo>
                <a:lnTo>
                  <a:pt x="0" y="1589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022637" y="4742132"/>
            <a:ext cx="1209281" cy="1626172"/>
          </a:xfrm>
          <a:custGeom>
            <a:avLst/>
            <a:gdLst/>
            <a:ahLst/>
            <a:cxnLst/>
            <a:rect r="r" b="b" t="t" l="l"/>
            <a:pathLst>
              <a:path h="1626172" w="1209281">
                <a:moveTo>
                  <a:pt x="0" y="0"/>
                </a:moveTo>
                <a:lnTo>
                  <a:pt x="1209281" y="0"/>
                </a:lnTo>
                <a:lnTo>
                  <a:pt x="1209281" y="1626172"/>
                </a:lnTo>
                <a:lnTo>
                  <a:pt x="0" y="16261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691033" y="2478719"/>
            <a:ext cx="13580039" cy="1785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 b="true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Key Features of the System</a:t>
            </a:r>
          </a:p>
          <a:p>
            <a:pPr algn="l" marL="0" indent="0" lvl="0">
              <a:lnSpc>
                <a:spcPts val="664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784060" y="7023409"/>
            <a:ext cx="265690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Mand</a:t>
            </a: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atory Password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2294" y="7821630"/>
            <a:ext cx="2340436" cy="11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</a:pP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Encoding and decoding always r</a:t>
            </a: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equire a password — no access without it.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32149" y="7023409"/>
            <a:ext cx="265690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Live Capacity</a:t>
            </a: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Counter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90383" y="7959743"/>
            <a:ext cx="234043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</a:pP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Shows how much</a:t>
            </a: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 data the image can still store in real time.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36703" y="7023409"/>
            <a:ext cx="265690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Password Strength M</a:t>
            </a: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eter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03564" y="7959743"/>
            <a:ext cx="234043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</a:pP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Ra</a:t>
            </a: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tes passwords instantly from Weak to Very Strong.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88883" y="7077047"/>
            <a:ext cx="265690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Wrong Password</a:t>
            </a: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Detection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49909" y="7959743"/>
            <a:ext cx="2340436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</a:pP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Displays a cl</a:t>
            </a: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ear error banner if the password is incorrect.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55335" y="7077047"/>
            <a:ext cx="265690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His</a:t>
            </a: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togram Analysis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213966" y="7959743"/>
            <a:ext cx="289827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</a:pP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ompares image data before and after hiding the message.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350368" y="7077047"/>
            <a:ext cx="2656905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50"/>
              </a:lnSpc>
            </a:pP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Random S</a:t>
            </a:r>
            <a:r>
              <a:rPr lang="en-US" b="true" sz="2500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alt Per Message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229684" y="7959743"/>
            <a:ext cx="2898274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00"/>
              </a:lnSpc>
            </a:pP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E</a:t>
            </a:r>
            <a:r>
              <a:rPr lang="en-US" sz="2000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ach message is encrypted uniquely, even with the same password.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D1B">
                <a:alpha val="100000"/>
              </a:srgbClr>
            </a:gs>
            <a:gs pos="100000">
              <a:srgbClr val="041E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6967" y="6097236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74191" y="-290362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51823" y="7770769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46431" y="-2571032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034117" y="2218439"/>
            <a:ext cx="4860537" cy="7039861"/>
            <a:chOff x="0" y="0"/>
            <a:chExt cx="753024" cy="10906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3024" cy="1090659"/>
            </a:xfrm>
            <a:custGeom>
              <a:avLst/>
              <a:gdLst/>
              <a:ahLst/>
              <a:cxnLst/>
              <a:rect r="r" b="b" t="t" l="l"/>
              <a:pathLst>
                <a:path h="1090659" w="753024">
                  <a:moveTo>
                    <a:pt x="36635" y="0"/>
                  </a:moveTo>
                  <a:lnTo>
                    <a:pt x="716390" y="0"/>
                  </a:lnTo>
                  <a:cubicBezTo>
                    <a:pt x="736622" y="0"/>
                    <a:pt x="753024" y="16402"/>
                    <a:pt x="753024" y="36635"/>
                  </a:cubicBezTo>
                  <a:lnTo>
                    <a:pt x="753024" y="1054024"/>
                  </a:lnTo>
                  <a:cubicBezTo>
                    <a:pt x="753024" y="1074257"/>
                    <a:pt x="736622" y="1090659"/>
                    <a:pt x="716390" y="1090659"/>
                  </a:cubicBezTo>
                  <a:lnTo>
                    <a:pt x="36635" y="1090659"/>
                  </a:lnTo>
                  <a:cubicBezTo>
                    <a:pt x="16402" y="1090659"/>
                    <a:pt x="0" y="1074257"/>
                    <a:pt x="0" y="1054024"/>
                  </a:cubicBezTo>
                  <a:lnTo>
                    <a:pt x="0" y="36635"/>
                  </a:lnTo>
                  <a:cubicBezTo>
                    <a:pt x="0" y="16402"/>
                    <a:pt x="16402" y="0"/>
                    <a:pt x="36635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814" r="0" b="-1814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28700" y="6712829"/>
            <a:ext cx="10135065" cy="0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-541579" y="7759569"/>
            <a:ext cx="1570279" cy="15702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59300" y="2636110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1592" y="609495"/>
            <a:ext cx="16804816" cy="838409"/>
            <a:chOff x="0" y="0"/>
            <a:chExt cx="8145755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45755" cy="406400"/>
            </a:xfrm>
            <a:custGeom>
              <a:avLst/>
              <a:gdLst/>
              <a:ahLst/>
              <a:cxnLst/>
              <a:rect r="r" b="b" t="t" l="l"/>
              <a:pathLst>
                <a:path h="406400" w="8145755">
                  <a:moveTo>
                    <a:pt x="7942555" y="0"/>
                  </a:moveTo>
                  <a:cubicBezTo>
                    <a:pt x="8054779" y="0"/>
                    <a:pt x="8145755" y="90976"/>
                    <a:pt x="8145755" y="203200"/>
                  </a:cubicBezTo>
                  <a:cubicBezTo>
                    <a:pt x="8145755" y="315424"/>
                    <a:pt x="8054779" y="406400"/>
                    <a:pt x="7942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57150"/>
              <a:ext cx="8145755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8700" y="836868"/>
            <a:ext cx="465215" cy="383663"/>
          </a:xfrm>
          <a:custGeom>
            <a:avLst/>
            <a:gdLst/>
            <a:ahLst/>
            <a:cxnLst/>
            <a:rect r="r" b="b" t="t" l="l"/>
            <a:pathLst>
              <a:path h="383663" w="465215">
                <a:moveTo>
                  <a:pt x="0" y="0"/>
                </a:moveTo>
                <a:lnTo>
                  <a:pt x="465215" y="0"/>
                </a:lnTo>
                <a:lnTo>
                  <a:pt x="465215" y="383664"/>
                </a:lnTo>
                <a:lnTo>
                  <a:pt x="0" y="3836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99752" y="3886332"/>
            <a:ext cx="8169162" cy="185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1"/>
              </a:lnSpc>
            </a:pPr>
            <a:r>
              <a:rPr lang="en-US" sz="8399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Live Demonstration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5241" y="967719"/>
            <a:ext cx="5160831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0"/>
              </a:lnSpc>
            </a:pPr>
            <a:r>
              <a:rPr lang="en-US" b="true" sz="2000" spc="-4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INFORMATION ASSURANCE AND SECURITY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55942" y="934085"/>
            <a:ext cx="2847277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60"/>
              </a:lnSpc>
            </a:pPr>
            <a:r>
              <a:rPr lang="en-US" b="true" sz="2000">
                <a:solidFill>
                  <a:srgbClr val="CB43D6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DATE: 08 MAY 2026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8766" y="-262311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74594" y="674500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5" y="0"/>
                </a:lnTo>
                <a:lnTo>
                  <a:pt x="6465225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63691" y="-1452113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8766" y="5394595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485481" y="2338041"/>
            <a:ext cx="7383133" cy="0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-541579" y="7759569"/>
            <a:ext cx="1570279" cy="15702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2078122"/>
            <a:ext cx="1570279" cy="157027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180430" y="2517523"/>
            <a:ext cx="9597514" cy="6190397"/>
          </a:xfrm>
          <a:custGeom>
            <a:avLst/>
            <a:gdLst/>
            <a:ahLst/>
            <a:cxnLst/>
            <a:rect r="r" b="b" t="t" l="l"/>
            <a:pathLst>
              <a:path h="6190397" w="9597514">
                <a:moveTo>
                  <a:pt x="0" y="0"/>
                </a:moveTo>
                <a:lnTo>
                  <a:pt x="9597514" y="0"/>
                </a:lnTo>
                <a:lnTo>
                  <a:pt x="9597514" y="6190396"/>
                </a:lnTo>
                <a:lnTo>
                  <a:pt x="0" y="61903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5481" y="876195"/>
            <a:ext cx="16058204" cy="94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0"/>
              </a:lnSpc>
            </a:pPr>
            <a:r>
              <a:rPr lang="en-US" sz="80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Results &amp; Imperceptibility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5481" y="3600776"/>
            <a:ext cx="7383133" cy="397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b="true" sz="207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VISUAL OBSERVATION</a:t>
            </a:r>
          </a:p>
          <a:p>
            <a:pPr algn="l" marL="448887" indent="-224443" lvl="1">
              <a:lnSpc>
                <a:spcPts val="2910"/>
              </a:lnSpc>
              <a:buFont typeface="Arial"/>
              <a:buChar char="•"/>
            </a:pPr>
            <a:r>
              <a:rPr lang="en-US" sz="207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STEGO IMAGE APPEARS IDENTICAL TO THE ORIGINAL IMAGE</a:t>
            </a:r>
          </a:p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b="true" sz="207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TECHNICAL EXPLANATION</a:t>
            </a:r>
          </a:p>
          <a:p>
            <a:pPr algn="l" marL="448887" indent="-224443" lvl="1">
              <a:lnSpc>
                <a:spcPts val="2910"/>
              </a:lnSpc>
              <a:buFont typeface="Arial"/>
              <a:buChar char="•"/>
            </a:pPr>
            <a:r>
              <a:rPr lang="en-US" sz="207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ONLY THE LEAST SIGNIFICANT BIT (LSB) IS MODIFIED PER CHANNEL</a:t>
            </a:r>
          </a:p>
          <a:p>
            <a:pPr algn="l" marL="448887" indent="-224443" lvl="1">
              <a:lnSpc>
                <a:spcPts val="2910"/>
              </a:lnSpc>
              <a:buFont typeface="Arial"/>
              <a:buChar char="•"/>
            </a:pPr>
            <a:r>
              <a:rPr lang="en-US" sz="207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CHANGES ARE TOO SMALL TO BE DETECTED BY THE HUMAN EYE</a:t>
            </a:r>
          </a:p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b="true" sz="2079">
                <a:solidFill>
                  <a:srgbClr val="FFFBF7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SECURITY RESULT</a:t>
            </a:r>
          </a:p>
          <a:p>
            <a:pPr algn="l" marL="448887" indent="-224443" lvl="1">
              <a:lnSpc>
                <a:spcPts val="2910"/>
              </a:lnSpc>
              <a:buFont typeface="Arial"/>
              <a:buChar char="•"/>
            </a:pPr>
            <a:r>
              <a:rPr lang="en-US" sz="207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MESSAGE IS ENCRYPTED USING AES-256-CBC</a:t>
            </a:r>
          </a:p>
          <a:p>
            <a:pPr algn="l" marL="448887" indent="-224443" lvl="1">
              <a:lnSpc>
                <a:spcPts val="2910"/>
              </a:lnSpc>
              <a:buFont typeface="Arial"/>
              <a:buChar char="•"/>
            </a:pPr>
            <a:r>
              <a:rPr lang="en-US" sz="2079">
                <a:solidFill>
                  <a:srgbClr val="FFFBF7"/>
                </a:solidFill>
                <a:latin typeface="TT Chocolates"/>
                <a:ea typeface="TT Chocolates"/>
                <a:cs typeface="TT Chocolates"/>
                <a:sym typeface="TT Chocolates"/>
              </a:rPr>
              <a:t>KEY DERIVED USING PBKDF2 (200,000 ITERATIONS)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10D1B">
                <a:alpha val="100000"/>
              </a:srgbClr>
            </a:gs>
            <a:gs pos="100000">
              <a:srgbClr val="041E3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51493" y="5719318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91020" y="-3950799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32250" y="7057997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46431" y="-2571032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609495"/>
            <a:ext cx="16804816" cy="838409"/>
            <a:chOff x="0" y="0"/>
            <a:chExt cx="814575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406400"/>
            </a:xfrm>
            <a:custGeom>
              <a:avLst/>
              <a:gdLst/>
              <a:ahLst/>
              <a:cxnLst/>
              <a:rect r="r" b="b" t="t" l="l"/>
              <a:pathLst>
                <a:path h="406400" w="8145755">
                  <a:moveTo>
                    <a:pt x="7942555" y="0"/>
                  </a:moveTo>
                  <a:cubicBezTo>
                    <a:pt x="8054779" y="0"/>
                    <a:pt x="8145755" y="90976"/>
                    <a:pt x="8145755" y="203200"/>
                  </a:cubicBezTo>
                  <a:cubicBezTo>
                    <a:pt x="8145755" y="315424"/>
                    <a:pt x="8054779" y="406400"/>
                    <a:pt x="7942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836868"/>
            <a:ext cx="465215" cy="383663"/>
          </a:xfrm>
          <a:custGeom>
            <a:avLst/>
            <a:gdLst/>
            <a:ahLst/>
            <a:cxnLst/>
            <a:rect r="r" b="b" t="t" l="l"/>
            <a:pathLst>
              <a:path h="383663" w="465215">
                <a:moveTo>
                  <a:pt x="0" y="0"/>
                </a:moveTo>
                <a:lnTo>
                  <a:pt x="465215" y="0"/>
                </a:lnTo>
                <a:lnTo>
                  <a:pt x="465215" y="383664"/>
                </a:lnTo>
                <a:lnTo>
                  <a:pt x="0" y="383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93915" y="4203099"/>
            <a:ext cx="6760284" cy="0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786124" y="4217387"/>
            <a:ext cx="6760284" cy="0"/>
          </a:xfrm>
          <a:prstGeom prst="line">
            <a:avLst/>
          </a:prstGeom>
          <a:ln cap="flat" w="28575">
            <a:gradFill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-541579" y="2514425"/>
            <a:ext cx="1570279" cy="157027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341078" y="7061688"/>
            <a:ext cx="1570279" cy="157027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506938" y="4386938"/>
            <a:ext cx="1477438" cy="1332380"/>
          </a:xfrm>
          <a:custGeom>
            <a:avLst/>
            <a:gdLst/>
            <a:ahLst/>
            <a:cxnLst/>
            <a:rect r="r" b="b" t="t" l="l"/>
            <a:pathLst>
              <a:path h="1332380" w="1477438">
                <a:moveTo>
                  <a:pt x="0" y="0"/>
                </a:moveTo>
                <a:lnTo>
                  <a:pt x="1477437" y="0"/>
                </a:lnTo>
                <a:lnTo>
                  <a:pt x="1477437" y="1332380"/>
                </a:lnTo>
                <a:lnTo>
                  <a:pt x="0" y="1332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322793" y="4319981"/>
            <a:ext cx="1423638" cy="1466294"/>
          </a:xfrm>
          <a:custGeom>
            <a:avLst/>
            <a:gdLst/>
            <a:ahLst/>
            <a:cxnLst/>
            <a:rect r="r" b="b" t="t" l="l"/>
            <a:pathLst>
              <a:path h="1466294" w="1423638">
                <a:moveTo>
                  <a:pt x="0" y="0"/>
                </a:moveTo>
                <a:lnTo>
                  <a:pt x="1423638" y="0"/>
                </a:lnTo>
                <a:lnTo>
                  <a:pt x="1423638" y="1466294"/>
                </a:lnTo>
                <a:lnTo>
                  <a:pt x="0" y="14662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43085" y="2494634"/>
            <a:ext cx="15997993" cy="92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7900" b="true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Limitations &amp; Future Improvements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65241" y="967719"/>
            <a:ext cx="5160831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0"/>
              </a:lnSpc>
            </a:pPr>
            <a:r>
              <a:rPr lang="en-US" b="true" sz="2000" spc="-4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INFORMATION ASSURANCE AND SECURITY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5467" y="934085"/>
            <a:ext cx="2847277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60"/>
              </a:lnSpc>
            </a:pPr>
            <a:r>
              <a:rPr lang="en-US" b="true" sz="2000">
                <a:solidFill>
                  <a:srgbClr val="CB43D6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DATE: 08 MAY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0565" y="6073077"/>
            <a:ext cx="7043618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FEFEF"/>
                </a:solidFill>
                <a:latin typeface="TT Chocolates"/>
                <a:ea typeface="TT Chocolates"/>
                <a:cs typeface="TT Chocolates"/>
                <a:sym typeface="TT Chocolates"/>
              </a:rPr>
              <a:t>SUPPORTS ONLY PNG &amp; BMP FORMATS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FEFEF"/>
                </a:solidFill>
                <a:latin typeface="TT Chocolates"/>
                <a:ea typeface="TT Chocolates"/>
                <a:cs typeface="TT Chocolates"/>
                <a:sym typeface="TT Chocolates"/>
              </a:rPr>
              <a:t>LIMITED CAPACITY DEPENDING ON IMAGE SIZE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FEFEF"/>
                </a:solidFill>
                <a:latin typeface="TT Chocolates"/>
                <a:ea typeface="TT Chocolates"/>
                <a:cs typeface="TT Chocolates"/>
                <a:sym typeface="TT Chocolates"/>
              </a:rPr>
              <a:t>NO AUDIO OR VIDEO SUPPORT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EFEFEF"/>
                </a:solidFill>
                <a:latin typeface="TT Chocolates"/>
                <a:ea typeface="TT Chocolates"/>
                <a:cs typeface="TT Chocolates"/>
                <a:sym typeface="TT Chocolates"/>
              </a:rPr>
              <a:t>CAN BE DETECTED BY ADVANCED TOOLS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61339" y="6073077"/>
            <a:ext cx="7464879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IMPLEMENT MORE ADVANCED ENCRYPTION TECHNIQUES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ADD DETECTION (STEGANALYSIS) MODULE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DEVELOP MOBILE APPLICATION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AUTO-CONVERT JPEG TO PNG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3560" y="8547100"/>
            <a:ext cx="1748978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THIS PROJECT DEMONSTRATES THAT MEANINGFUL SECURITY TOOLS CAN BE BUILT FROM FOUNDATIONAL PRINCIPLES — LSB SUBSTITUTION COMBINED WITH AES-256 ENCRYPTION PRODUCES A SYSTEM THAT IS BOTH VISUALLY IMPERCEPTIBLE AND CRYPTOGRAPHICALLY SOUND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41E3D">
                <a:alpha val="100000"/>
              </a:srgbClr>
            </a:gs>
            <a:gs pos="100000">
              <a:srgbClr val="010D1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8766" y="-262311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4" y="0"/>
                </a:lnTo>
                <a:lnTo>
                  <a:pt x="6465224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74594" y="6745007"/>
            <a:ext cx="6465224" cy="6465224"/>
          </a:xfrm>
          <a:custGeom>
            <a:avLst/>
            <a:gdLst/>
            <a:ahLst/>
            <a:cxnLst/>
            <a:rect r="r" b="b" t="t" l="l"/>
            <a:pathLst>
              <a:path h="6465224" w="6465224">
                <a:moveTo>
                  <a:pt x="0" y="0"/>
                </a:moveTo>
                <a:lnTo>
                  <a:pt x="6465225" y="0"/>
                </a:lnTo>
                <a:lnTo>
                  <a:pt x="6465225" y="6465224"/>
                </a:lnTo>
                <a:lnTo>
                  <a:pt x="0" y="646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63691" y="-1452113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578766" y="5394595"/>
            <a:ext cx="5973819" cy="5800035"/>
          </a:xfrm>
          <a:custGeom>
            <a:avLst/>
            <a:gdLst/>
            <a:ahLst/>
            <a:cxnLst/>
            <a:rect r="r" b="b" t="t" l="l"/>
            <a:pathLst>
              <a:path h="5800035" w="5973819">
                <a:moveTo>
                  <a:pt x="0" y="0"/>
                </a:moveTo>
                <a:lnTo>
                  <a:pt x="5973819" y="0"/>
                </a:lnTo>
                <a:lnTo>
                  <a:pt x="5973819" y="5800035"/>
                </a:lnTo>
                <a:lnTo>
                  <a:pt x="0" y="5800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41592" y="609495"/>
            <a:ext cx="16804816" cy="838409"/>
            <a:chOff x="0" y="0"/>
            <a:chExt cx="8145755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5755" cy="406400"/>
            </a:xfrm>
            <a:custGeom>
              <a:avLst/>
              <a:gdLst/>
              <a:ahLst/>
              <a:cxnLst/>
              <a:rect r="r" b="b" t="t" l="l"/>
              <a:pathLst>
                <a:path h="406400" w="8145755">
                  <a:moveTo>
                    <a:pt x="7942555" y="0"/>
                  </a:moveTo>
                  <a:cubicBezTo>
                    <a:pt x="8054779" y="0"/>
                    <a:pt x="8145755" y="90976"/>
                    <a:pt x="8145755" y="203200"/>
                  </a:cubicBezTo>
                  <a:cubicBezTo>
                    <a:pt x="8145755" y="315424"/>
                    <a:pt x="8054779" y="406400"/>
                    <a:pt x="79425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F1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57150"/>
              <a:ext cx="8145755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836868"/>
            <a:ext cx="465215" cy="383663"/>
          </a:xfrm>
          <a:custGeom>
            <a:avLst/>
            <a:gdLst/>
            <a:ahLst/>
            <a:cxnLst/>
            <a:rect r="r" b="b" t="t" l="l"/>
            <a:pathLst>
              <a:path h="383663" w="465215">
                <a:moveTo>
                  <a:pt x="0" y="0"/>
                </a:moveTo>
                <a:lnTo>
                  <a:pt x="465215" y="0"/>
                </a:lnTo>
                <a:lnTo>
                  <a:pt x="465215" y="383664"/>
                </a:lnTo>
                <a:lnTo>
                  <a:pt x="0" y="383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54592" y="2362882"/>
            <a:ext cx="6989408" cy="6895418"/>
            <a:chOff x="0" y="0"/>
            <a:chExt cx="1360946" cy="1342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0946" cy="1342644"/>
            </a:xfrm>
            <a:custGeom>
              <a:avLst/>
              <a:gdLst/>
              <a:ahLst/>
              <a:cxnLst/>
              <a:rect r="r" b="b" t="t" l="l"/>
              <a:pathLst>
                <a:path h="1342644" w="1360946">
                  <a:moveTo>
                    <a:pt x="25476" y="0"/>
                  </a:moveTo>
                  <a:lnTo>
                    <a:pt x="1335469" y="0"/>
                  </a:lnTo>
                  <a:cubicBezTo>
                    <a:pt x="1342226" y="0"/>
                    <a:pt x="1348706" y="2684"/>
                    <a:pt x="1353484" y="7462"/>
                  </a:cubicBezTo>
                  <a:cubicBezTo>
                    <a:pt x="1358261" y="12240"/>
                    <a:pt x="1360946" y="18720"/>
                    <a:pt x="1360946" y="25476"/>
                  </a:cubicBezTo>
                  <a:lnTo>
                    <a:pt x="1360946" y="1317168"/>
                  </a:lnTo>
                  <a:cubicBezTo>
                    <a:pt x="1360946" y="1331238"/>
                    <a:pt x="1349540" y="1342644"/>
                    <a:pt x="1335469" y="1342644"/>
                  </a:cubicBezTo>
                  <a:lnTo>
                    <a:pt x="25476" y="1342644"/>
                  </a:lnTo>
                  <a:cubicBezTo>
                    <a:pt x="11406" y="1342644"/>
                    <a:pt x="0" y="1331238"/>
                    <a:pt x="0" y="1317168"/>
                  </a:cubicBezTo>
                  <a:lnTo>
                    <a:pt x="0" y="25476"/>
                  </a:lnTo>
                  <a:cubicBezTo>
                    <a:pt x="0" y="11406"/>
                    <a:pt x="11406" y="0"/>
                    <a:pt x="25476" y="0"/>
                  </a:cubicBezTo>
                  <a:close/>
                </a:path>
              </a:pathLst>
            </a:custGeom>
            <a:blipFill>
              <a:blip r:embed="rId10"/>
              <a:stretch>
                <a:fillRect l="-32212" t="0" r="-3221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34799" y="3894920"/>
            <a:ext cx="6133740" cy="3561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343"/>
              </a:lnSpc>
            </a:pPr>
            <a:r>
              <a:rPr lang="en-US" b="true" sz="16077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Thank You!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1083832" y="7094541"/>
            <a:ext cx="2057324" cy="20573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38" y="2362882"/>
            <a:ext cx="2057324" cy="20573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40D1">
                    <a:alpha val="100000"/>
                  </a:srgbClr>
                </a:gs>
                <a:gs pos="100000">
                  <a:srgbClr val="FC35A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65241" y="967719"/>
            <a:ext cx="5160831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0"/>
              </a:lnSpc>
            </a:pPr>
            <a:r>
              <a:rPr lang="en-US" b="true" sz="2000" spc="-40">
                <a:solidFill>
                  <a:srgbClr val="E93CB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INFORMATION ASSURANCE AND SECURITY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55942" y="934085"/>
            <a:ext cx="2847277" cy="24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60"/>
              </a:lnSpc>
            </a:pPr>
            <a:r>
              <a:rPr lang="en-US" b="true" sz="2000">
                <a:solidFill>
                  <a:srgbClr val="CB43D6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DATE: 08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DAHI5JZ1b84</dc:identifier>
  <dcterms:modified xsi:type="dcterms:W3CDTF">2011-08-01T06:04:30Z</dcterms:modified>
  <cp:revision>1</cp:revision>
  <dc:title>Image Steganography System</dc:title>
</cp:coreProperties>
</file>